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256" r:id="rId3"/>
    <p:sldId id="281" r:id="rId4"/>
    <p:sldId id="282" r:id="rId5"/>
    <p:sldId id="28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A3AF"/>
    <a:srgbClr val="93C5FD"/>
    <a:srgbClr val="34D399"/>
    <a:srgbClr val="FFFFFF"/>
    <a:srgbClr val="EA580C"/>
    <a:srgbClr val="F4AB85"/>
    <a:srgbClr val="6B7280"/>
    <a:srgbClr val="C0C0C0"/>
    <a:srgbClr val="FFFDE7"/>
    <a:srgbClr val="00B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9" autoAdjust="0"/>
    <p:restoredTop sz="94981" autoAdjust="0"/>
  </p:normalViewPr>
  <p:slideViewPr>
    <p:cSldViewPr snapToGrid="0">
      <p:cViewPr varScale="1">
        <p:scale>
          <a:sx n="81" d="100"/>
          <a:sy n="81" d="100"/>
        </p:scale>
        <p:origin x="5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9E92B-4095-4B0C-A821-59B0FF526AA1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419A5-BFFA-42DC-B1DC-8C288A36AC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001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8419A5-BFFA-42DC-B1DC-8C288A36ACF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800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E839-6D93-F0D3-0E82-7FD55C823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0D322-86FC-D39B-66EE-340A0656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0A833-6310-5E6D-9B61-87394ED0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551E6-D463-932F-92C3-851D5EAB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D5D0-4403-847A-14E5-C108D23A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02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24E7-61B1-9324-6AED-82E1E761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73B9-C108-7AB4-9AE5-071AEA8FC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0DF96-F081-BCA8-E284-2EE5CDEEF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FF71-25C5-4F23-06D2-F8F43610B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26F9B-6419-1E4D-72A3-D77147FF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21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1C4E-9E4D-D0A4-EFCB-CF220CB58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D4E69-59CA-977A-D4BF-4D803A9F5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7DCBB-2195-4397-C75A-6F3E82BD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E7DE-3F9F-D3FD-1981-FB558504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04B41-7391-9D30-D93D-92B2CA36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5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FC9A2-AABE-545B-9EF4-5596E481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FFEB-54BE-F6C4-6D46-73881A506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44F5C-99EB-4709-9A38-CEAFBC232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56C8C-F1E8-040B-26E9-69966C70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B9ACA-62F4-E12F-83B1-CC0B66BC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C990B-6CA0-6A1F-1136-40E53D7F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645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3922-3159-756F-77B5-4C89DF4A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777DD-36E2-C333-287B-C81778585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7B8D0-70C4-B5BA-9076-3541D6497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BDED5-99F1-57B4-93C2-DFFF51DE6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15B4B-8679-45C3-27ED-30B132210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7DDDC4-572B-88EF-A197-CAFFB382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D312F-3CB8-4E3F-6C4C-D5784BC7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4D333-4863-48C4-F733-3FEE64B2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3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C606-6818-9E5E-B241-819FCAB5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BFCCF-F031-5D67-BF8B-C8DFC10C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FFA5A-D739-336E-DA35-AA0FA923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F2698-8F83-5D26-3FB3-0853940F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88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1EE69-0A7F-E0B2-0D94-F12A3743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7F3E0-95EF-96E2-F6D0-3D359D6A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0B434-C454-F366-AD30-CA89865A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34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4AFE-5F51-D829-D098-426218FC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DC58A-E4CD-EE9E-72BE-07D3DF0B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2A030-1113-31BF-AE38-960FB1735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41E6E-8F85-D056-1539-FBC0E952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429FF-0779-DCA4-C592-6A4F080F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38372-084F-B281-18FC-0D84E0F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673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268A-D2FC-F9AB-08AF-D7420CA1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CA924D-5B4C-9424-9C5F-240895F9D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A9C81-352C-51BF-3DAE-2211FF56A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AD5CE-0722-F483-FE6E-9869A53B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B8210-5107-80D7-30A7-A71300CA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D05F1-DF69-E8BF-7AD9-D78F8D89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9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24D2-4EE8-1F59-12FD-A86ACB94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E165C-35C8-2889-7807-3BE47F17E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653DF-7416-90DC-758E-62D71AF9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A46A-731A-75CD-B050-51EFCA9A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76B91-244B-16D8-6E95-6E6FEB0A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98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52892-B8FC-F88E-381F-47F3ED5F5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37F12-4386-6C7D-D6CB-E7636A970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AB8E-A10F-10E1-E8E4-64B9B815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A8D3-D1CA-9826-3865-D73E0030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4E6B-EAC9-CF30-D269-E3553D45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49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CE839-6D93-F0D3-0E82-7FD55C823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0D322-86FC-D39B-66EE-340A0656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0A833-6310-5E6D-9B61-87394ED0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551E6-D463-932F-92C3-851D5EAB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1D5D0-4403-847A-14E5-C108D23A5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020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24E7-61B1-9324-6AED-82E1E761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73B9-C108-7AB4-9AE5-071AEA8FC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0DF96-F081-BCA8-E284-2EE5CDEEF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FF71-25C5-4F23-06D2-F8F43610B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26F9B-6419-1E4D-72A3-D77147FF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216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01C4E-9E4D-D0A4-EFCB-CF220CB58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D4E69-59CA-977A-D4BF-4D803A9F5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7DCBB-2195-4397-C75A-6F3E82BD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E7DE-3F9F-D3FD-1981-FB558504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04B41-7391-9D30-D93D-92B2CA36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521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FC9A2-AABE-545B-9EF4-5596E481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FFEB-54BE-F6C4-6D46-73881A506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44F5C-99EB-4709-9A38-CEAFBC232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56C8C-F1E8-040B-26E9-69966C70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B9ACA-62F4-E12F-83B1-CC0B66BC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C990B-6CA0-6A1F-1136-40E53D7F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645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3922-3159-756F-77B5-4C89DF4A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777DD-36E2-C333-287B-C81778585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7B8D0-70C4-B5BA-9076-3541D6497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BDED5-99F1-57B4-93C2-DFFF51DE6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15B4B-8679-45C3-27ED-30B132210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7DDDC4-572B-88EF-A197-CAFFB382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D312F-3CB8-4E3F-6C4C-D5784BC7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4D333-4863-48C4-F733-3FEE64B2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34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C606-6818-9E5E-B241-819FCAB5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BFCCF-F031-5D67-BF8B-C8DFC10C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7FFA5A-D739-336E-DA35-AA0FA923A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F2698-8F83-5D26-3FB3-0853940FF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8822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1EE69-0A7F-E0B2-0D94-F12A3743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7F3E0-95EF-96E2-F6D0-3D359D6A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0B434-C454-F366-AD30-CA89865A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3472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4AFE-5F51-D829-D098-426218FC1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DC58A-E4CD-EE9E-72BE-07D3DF0B8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2A030-1113-31BF-AE38-960FB1735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41E6E-8F85-D056-1539-FBC0E952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429FF-0779-DCA4-C592-6A4F080F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38372-084F-B281-18FC-0D84E0F7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6738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268A-D2FC-F9AB-08AF-D7420CA1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CA924D-5B4C-9424-9C5F-240895F9D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A9C81-352C-51BF-3DAE-2211FF56A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AD5CE-0722-F483-FE6E-9869A53B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B8210-5107-80D7-30A7-A71300CA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D05F1-DF69-E8BF-7AD9-D78F8D89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995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24D2-4EE8-1F59-12FD-A86ACB94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E165C-35C8-2889-7807-3BE47F17E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653DF-7416-90DC-758E-62D71AF9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A46A-731A-75CD-B050-51EFCA9A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76B91-244B-16D8-6E95-6E6FEB0A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9866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52892-B8FC-F88E-381F-47F3ED5F5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37F12-4386-6C7D-D6CB-E7636A970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0AB8E-A10F-10E1-E8E4-64B9B815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A8D3-D1CA-9826-3865-D73E0030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4E6B-EAC9-CF30-D269-E3553D45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4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973305-D571-8565-AD1A-4ED03301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26331-8B9C-F2D5-B60C-F07F0D627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52CD5-721E-2FD7-7703-03B733230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61AA-6C6E-C8FC-21C4-64775A801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F097A-1038-F23B-7D02-71DF7577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17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973305-D571-8565-AD1A-4ED03301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26331-8B9C-F2D5-B60C-F07F0D627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52CD5-721E-2FD7-7703-03B733230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8D3D7-3630-4BFC-9699-99A87242E95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661AA-6C6E-C8FC-21C4-64775A801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F097A-1038-F23B-7D02-71DF7577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D6ED5-E346-464F-837F-3D96032FE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17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tangle: Rounded Corners 408">
            <a:extLst>
              <a:ext uri="{FF2B5EF4-FFF2-40B4-BE49-F238E27FC236}">
                <a16:creationId xmlns:a16="http://schemas.microsoft.com/office/drawing/2014/main" id="{FA1A82BF-B31A-3F46-9DB4-5B484BDB943D}"/>
              </a:ext>
            </a:extLst>
          </p:cNvPr>
          <p:cNvSpPr/>
          <p:nvPr/>
        </p:nvSpPr>
        <p:spPr>
          <a:xfrm>
            <a:off x="5274947" y="1168181"/>
            <a:ext cx="2273604" cy="4402893"/>
          </a:xfrm>
          <a:prstGeom prst="roundRect">
            <a:avLst>
              <a:gd name="adj" fmla="val 4318"/>
            </a:avLst>
          </a:prstGeom>
          <a:solidFill>
            <a:srgbClr val="F3EEFE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" name="Rectangle: Rounded Corners 401">
            <a:extLst>
              <a:ext uri="{FF2B5EF4-FFF2-40B4-BE49-F238E27FC236}">
                <a16:creationId xmlns:a16="http://schemas.microsoft.com/office/drawing/2014/main" id="{4011D23D-37A7-A5D8-11DC-03288BB461DC}"/>
              </a:ext>
            </a:extLst>
          </p:cNvPr>
          <p:cNvSpPr/>
          <p:nvPr/>
        </p:nvSpPr>
        <p:spPr>
          <a:xfrm>
            <a:off x="5609139" y="1435417"/>
            <a:ext cx="2273604" cy="4402891"/>
          </a:xfrm>
          <a:prstGeom prst="roundRect">
            <a:avLst>
              <a:gd name="adj" fmla="val 4318"/>
            </a:avLst>
          </a:prstGeom>
          <a:solidFill>
            <a:srgbClr val="E1D4FB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57A063E7-752F-739C-1B69-071C9D3BB439}"/>
              </a:ext>
            </a:extLst>
          </p:cNvPr>
          <p:cNvSpPr/>
          <p:nvPr/>
        </p:nvSpPr>
        <p:spPr>
          <a:xfrm>
            <a:off x="5940061" y="1702653"/>
            <a:ext cx="2273604" cy="4402890"/>
          </a:xfrm>
          <a:prstGeom prst="roundRect">
            <a:avLst>
              <a:gd name="adj" fmla="val 4318"/>
            </a:avLst>
          </a:prstGeom>
          <a:solidFill>
            <a:srgbClr val="CFBCFB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DD3E76-6282-FC43-76EC-8C50256E6287}"/>
              </a:ext>
            </a:extLst>
          </p:cNvPr>
          <p:cNvSpPr/>
          <p:nvPr/>
        </p:nvSpPr>
        <p:spPr>
          <a:xfrm>
            <a:off x="1725284" y="1540779"/>
            <a:ext cx="3282696" cy="4707797"/>
          </a:xfrm>
          <a:prstGeom prst="roundRect">
            <a:avLst>
              <a:gd name="adj" fmla="val 4318"/>
            </a:avLst>
          </a:prstGeom>
          <a:solidFill>
            <a:srgbClr val="CFBCFB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E0DA88-9D2A-23A4-E588-5116BC1C79D8}"/>
              </a:ext>
            </a:extLst>
          </p:cNvPr>
          <p:cNvSpPr>
            <a:spLocks/>
          </p:cNvSpPr>
          <p:nvPr/>
        </p:nvSpPr>
        <p:spPr>
          <a:xfrm>
            <a:off x="-45673" y="1425013"/>
            <a:ext cx="1634247" cy="979890"/>
          </a:xfrm>
          <a:prstGeom prst="rect">
            <a:avLst/>
          </a:prstGeom>
          <a:scene3d>
            <a:camera prst="perspectiveHeroicExtremeRightFacing">
              <a:rot lat="1709781" lon="18960112" rev="9752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268BF7-E43F-2A2E-EFD8-B7D60B9EAC7C}"/>
              </a:ext>
            </a:extLst>
          </p:cNvPr>
          <p:cNvSpPr>
            <a:spLocks/>
          </p:cNvSpPr>
          <p:nvPr/>
        </p:nvSpPr>
        <p:spPr>
          <a:xfrm>
            <a:off x="-3167" y="5125653"/>
            <a:ext cx="1634247" cy="979890"/>
          </a:xfrm>
          <a:prstGeom prst="rect">
            <a:avLst/>
          </a:prstGeom>
          <a:gradFill flip="none" rotWithShape="1">
            <a:gsLst>
              <a:gs pos="0">
                <a:srgbClr val="D17A5C"/>
              </a:gs>
              <a:gs pos="25000">
                <a:srgbClr val="659890"/>
              </a:gs>
              <a:gs pos="48000">
                <a:srgbClr val="279AD0">
                  <a:lumMod val="100000"/>
                </a:srgbClr>
              </a:gs>
              <a:gs pos="80000">
                <a:srgbClr val="726BEC"/>
              </a:gs>
            </a:gsLst>
            <a:lin ang="8100000" scaled="1"/>
            <a:tileRect/>
          </a:gradFill>
          <a:scene3d>
            <a:camera prst="perspectiveHeroicExtremeRightFacing">
              <a:rot lat="1709781" lon="18960112" rev="97529"/>
            </a:camera>
            <a:lightRig rig="glow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F5EAD0-3A76-057C-28F6-F44A64DE2E1A}"/>
              </a:ext>
            </a:extLst>
          </p:cNvPr>
          <p:cNvSpPr>
            <a:spLocks/>
          </p:cNvSpPr>
          <p:nvPr/>
        </p:nvSpPr>
        <p:spPr>
          <a:xfrm>
            <a:off x="771450" y="1608451"/>
            <a:ext cx="1022377" cy="613014"/>
          </a:xfrm>
          <a:prstGeom prst="rect">
            <a:avLst/>
          </a:prstGeom>
          <a:solidFill>
            <a:srgbClr val="956BF6">
              <a:alpha val="80000"/>
            </a:srgbClr>
          </a:solidFill>
          <a:scene3d>
            <a:camera prst="perspectiveHeroicExtremeRightFacing">
              <a:rot lat="1709781" lon="18960112" rev="97529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C8F604-BFAF-B20C-A2E5-4BF0C8CD324D}"/>
              </a:ext>
            </a:extLst>
          </p:cNvPr>
          <p:cNvSpPr txBox="1"/>
          <p:nvPr/>
        </p:nvSpPr>
        <p:spPr>
          <a:xfrm>
            <a:off x="1379915" y="1110950"/>
            <a:ext cx="192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Arial" panose="020B0604020202020204" pitchFamily="34" charset="0"/>
                <a:cs typeface="Arial" panose="020B0604020202020204" pitchFamily="34" charset="0"/>
              </a:rPr>
              <a:t>Image Patches</a:t>
            </a:r>
            <a:endParaRPr lang="ko-KR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6BA982-0817-476E-4084-C508B2FB33E7}"/>
              </a:ext>
            </a:extLst>
          </p:cNvPr>
          <p:cNvSpPr txBox="1"/>
          <p:nvPr/>
        </p:nvSpPr>
        <p:spPr>
          <a:xfrm>
            <a:off x="1356594" y="5842627"/>
            <a:ext cx="221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⊕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2A5796-D74B-7B0F-68ED-327F0DEA5269}"/>
              </a:ext>
            </a:extLst>
          </p:cNvPr>
          <p:cNvCxnSpPr>
            <a:cxnSpLocks/>
          </p:cNvCxnSpPr>
          <p:nvPr/>
        </p:nvCxnSpPr>
        <p:spPr>
          <a:xfrm>
            <a:off x="1064721" y="6019248"/>
            <a:ext cx="315194" cy="0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E211573-836E-2582-BB30-88D7ED5909F8}"/>
              </a:ext>
            </a:extLst>
          </p:cNvPr>
          <p:cNvCxnSpPr>
            <a:cxnSpLocks/>
          </p:cNvCxnSpPr>
          <p:nvPr/>
        </p:nvCxnSpPr>
        <p:spPr>
          <a:xfrm flipH="1">
            <a:off x="1469875" y="2273315"/>
            <a:ext cx="12700" cy="3665073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DEAEA02-8F1E-593E-1834-31F73FF1FBA5}"/>
              </a:ext>
            </a:extLst>
          </p:cNvPr>
          <p:cNvSpPr txBox="1"/>
          <p:nvPr/>
        </p:nvSpPr>
        <p:spPr>
          <a:xfrm>
            <a:off x="198932" y="4280714"/>
            <a:ext cx="1778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Positional</a:t>
            </a:r>
          </a:p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Embeddings 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A2DA5B-1F08-A896-E6D7-3239E487ED1A}"/>
              </a:ext>
            </a:extLst>
          </p:cNvPr>
          <p:cNvGrpSpPr/>
          <p:nvPr/>
        </p:nvGrpSpPr>
        <p:grpSpPr>
          <a:xfrm>
            <a:off x="2751158" y="5948774"/>
            <a:ext cx="1823172" cy="129540"/>
            <a:chOff x="3682066" y="5911096"/>
            <a:chExt cx="1823172" cy="129540"/>
          </a:xfrm>
          <a:solidFill>
            <a:srgbClr val="00B3C1"/>
          </a:solidFill>
        </p:grpSpPr>
        <p:sp>
          <p:nvSpPr>
            <p:cNvPr id="39" name="S527">
              <a:extLst>
                <a:ext uri="{FF2B5EF4-FFF2-40B4-BE49-F238E27FC236}">
                  <a16:creationId xmlns:a16="http://schemas.microsoft.com/office/drawing/2014/main" id="{CECABBDF-D459-FD68-A43D-A5E2BBC58651}"/>
                </a:ext>
              </a:extLst>
            </p:cNvPr>
            <p:cNvSpPr/>
            <p:nvPr/>
          </p:nvSpPr>
          <p:spPr>
            <a:xfrm>
              <a:off x="3682066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S527">
              <a:extLst>
                <a:ext uri="{FF2B5EF4-FFF2-40B4-BE49-F238E27FC236}">
                  <a16:creationId xmlns:a16="http://schemas.microsoft.com/office/drawing/2014/main" id="{14043D2A-1C7F-815D-030C-DAA115BCBC07}"/>
                </a:ext>
              </a:extLst>
            </p:cNvPr>
            <p:cNvSpPr/>
            <p:nvPr/>
          </p:nvSpPr>
          <p:spPr>
            <a:xfrm>
              <a:off x="3870473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S527">
              <a:extLst>
                <a:ext uri="{FF2B5EF4-FFF2-40B4-BE49-F238E27FC236}">
                  <a16:creationId xmlns:a16="http://schemas.microsoft.com/office/drawing/2014/main" id="{436227E7-426E-A553-65A3-E4178500F7BC}"/>
                </a:ext>
              </a:extLst>
            </p:cNvPr>
            <p:cNvSpPr/>
            <p:nvPr/>
          </p:nvSpPr>
          <p:spPr>
            <a:xfrm>
              <a:off x="4058880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S527">
              <a:extLst>
                <a:ext uri="{FF2B5EF4-FFF2-40B4-BE49-F238E27FC236}">
                  <a16:creationId xmlns:a16="http://schemas.microsoft.com/office/drawing/2014/main" id="{C93A7AAB-F231-8047-7E6E-9C0845B49133}"/>
                </a:ext>
              </a:extLst>
            </p:cNvPr>
            <p:cNvSpPr/>
            <p:nvPr/>
          </p:nvSpPr>
          <p:spPr>
            <a:xfrm>
              <a:off x="4247287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S527">
              <a:extLst>
                <a:ext uri="{FF2B5EF4-FFF2-40B4-BE49-F238E27FC236}">
                  <a16:creationId xmlns:a16="http://schemas.microsoft.com/office/drawing/2014/main" id="{0B9CD59B-3574-8060-4993-D4EA92E193E0}"/>
                </a:ext>
              </a:extLst>
            </p:cNvPr>
            <p:cNvSpPr/>
            <p:nvPr/>
          </p:nvSpPr>
          <p:spPr>
            <a:xfrm>
              <a:off x="4435694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S527">
              <a:extLst>
                <a:ext uri="{FF2B5EF4-FFF2-40B4-BE49-F238E27FC236}">
                  <a16:creationId xmlns:a16="http://schemas.microsoft.com/office/drawing/2014/main" id="{7EEA2349-CD76-65C7-D3F5-2EACF37F2BE6}"/>
                </a:ext>
              </a:extLst>
            </p:cNvPr>
            <p:cNvSpPr/>
            <p:nvPr/>
          </p:nvSpPr>
          <p:spPr>
            <a:xfrm>
              <a:off x="462410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S527">
              <a:extLst>
                <a:ext uri="{FF2B5EF4-FFF2-40B4-BE49-F238E27FC236}">
                  <a16:creationId xmlns:a16="http://schemas.microsoft.com/office/drawing/2014/main" id="{DCBA4851-71F1-3298-CEEB-0E174BAC9E93}"/>
                </a:ext>
              </a:extLst>
            </p:cNvPr>
            <p:cNvSpPr/>
            <p:nvPr/>
          </p:nvSpPr>
          <p:spPr>
            <a:xfrm>
              <a:off x="481250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S527">
              <a:extLst>
                <a:ext uri="{FF2B5EF4-FFF2-40B4-BE49-F238E27FC236}">
                  <a16:creationId xmlns:a16="http://schemas.microsoft.com/office/drawing/2014/main" id="{15138E69-A727-D29F-17D5-1286EDBDB69E}"/>
                </a:ext>
              </a:extLst>
            </p:cNvPr>
            <p:cNvSpPr/>
            <p:nvPr/>
          </p:nvSpPr>
          <p:spPr>
            <a:xfrm>
              <a:off x="5000915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S527">
              <a:extLst>
                <a:ext uri="{FF2B5EF4-FFF2-40B4-BE49-F238E27FC236}">
                  <a16:creationId xmlns:a16="http://schemas.microsoft.com/office/drawing/2014/main" id="{590E796B-D315-1459-3410-0857249DE072}"/>
                </a:ext>
              </a:extLst>
            </p:cNvPr>
            <p:cNvSpPr/>
            <p:nvPr/>
          </p:nvSpPr>
          <p:spPr>
            <a:xfrm>
              <a:off x="518729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S527">
              <a:extLst>
                <a:ext uri="{FF2B5EF4-FFF2-40B4-BE49-F238E27FC236}">
                  <a16:creationId xmlns:a16="http://schemas.microsoft.com/office/drawing/2014/main" id="{38672857-3A5A-3BF4-BECD-7FBFB9FDE4FE}"/>
                </a:ext>
              </a:extLst>
            </p:cNvPr>
            <p:cNvSpPr/>
            <p:nvPr/>
          </p:nvSpPr>
          <p:spPr>
            <a:xfrm>
              <a:off x="537569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1" name="S535">
            <a:extLst>
              <a:ext uri="{FF2B5EF4-FFF2-40B4-BE49-F238E27FC236}">
                <a16:creationId xmlns:a16="http://schemas.microsoft.com/office/drawing/2014/main" id="{EB780E66-C543-45C7-8B0D-8EA34BB403E2}"/>
              </a:ext>
            </a:extLst>
          </p:cNvPr>
          <p:cNvSpPr/>
          <p:nvPr/>
        </p:nvSpPr>
        <p:spPr>
          <a:xfrm>
            <a:off x="1924974" y="4734411"/>
            <a:ext cx="2883316" cy="1147808"/>
          </a:xfrm>
          <a:prstGeom prst="roundRect">
            <a:avLst>
              <a:gd name="adj" fmla="val 5000"/>
            </a:avLst>
          </a:prstGeom>
          <a:solidFill>
            <a:srgbClr val="FFFDE7"/>
          </a:solidFill>
          <a:ln w="12700">
            <a:solidFill>
              <a:srgbClr val="9B6BBF"/>
            </a:solidFill>
          </a:ln>
        </p:spPr>
        <p:txBody>
          <a:bodyPr/>
          <a:lstStyle/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L536">
            <a:extLst>
              <a:ext uri="{FF2B5EF4-FFF2-40B4-BE49-F238E27FC236}">
                <a16:creationId xmlns:a16="http://schemas.microsoft.com/office/drawing/2014/main" id="{41F0D6F0-4BD4-78A2-9120-F3D9F463B3A0}"/>
              </a:ext>
            </a:extLst>
          </p:cNvPr>
          <p:cNvSpPr/>
          <p:nvPr/>
        </p:nvSpPr>
        <p:spPr>
          <a:xfrm>
            <a:off x="2046552" y="4782939"/>
            <a:ext cx="635000" cy="165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1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4C94728-87AA-0AE9-716A-65C4FAAA35E0}"/>
              </a:ext>
            </a:extLst>
          </p:cNvPr>
          <p:cNvGrpSpPr/>
          <p:nvPr/>
        </p:nvGrpSpPr>
        <p:grpSpPr>
          <a:xfrm>
            <a:off x="2751158" y="5206610"/>
            <a:ext cx="1823172" cy="129540"/>
            <a:chOff x="3682066" y="5911096"/>
            <a:chExt cx="1823172" cy="129540"/>
          </a:xfrm>
          <a:solidFill>
            <a:srgbClr val="7B4FA0"/>
          </a:solidFill>
        </p:grpSpPr>
        <p:sp>
          <p:nvSpPr>
            <p:cNvPr id="104" name="S527">
              <a:extLst>
                <a:ext uri="{FF2B5EF4-FFF2-40B4-BE49-F238E27FC236}">
                  <a16:creationId xmlns:a16="http://schemas.microsoft.com/office/drawing/2014/main" id="{4C49655E-F2CC-DAF1-9418-33FAB6A10DA0}"/>
                </a:ext>
              </a:extLst>
            </p:cNvPr>
            <p:cNvSpPr/>
            <p:nvPr/>
          </p:nvSpPr>
          <p:spPr>
            <a:xfrm>
              <a:off x="3682066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S527">
              <a:extLst>
                <a:ext uri="{FF2B5EF4-FFF2-40B4-BE49-F238E27FC236}">
                  <a16:creationId xmlns:a16="http://schemas.microsoft.com/office/drawing/2014/main" id="{E1427814-2663-C946-7DC4-01C6B7C52D7E}"/>
                </a:ext>
              </a:extLst>
            </p:cNvPr>
            <p:cNvSpPr/>
            <p:nvPr/>
          </p:nvSpPr>
          <p:spPr>
            <a:xfrm>
              <a:off x="3870473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S527">
              <a:extLst>
                <a:ext uri="{FF2B5EF4-FFF2-40B4-BE49-F238E27FC236}">
                  <a16:creationId xmlns:a16="http://schemas.microsoft.com/office/drawing/2014/main" id="{0743EB44-3FF1-BD68-3843-E569EAFDE008}"/>
                </a:ext>
              </a:extLst>
            </p:cNvPr>
            <p:cNvSpPr/>
            <p:nvPr/>
          </p:nvSpPr>
          <p:spPr>
            <a:xfrm>
              <a:off x="4058880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S527">
              <a:extLst>
                <a:ext uri="{FF2B5EF4-FFF2-40B4-BE49-F238E27FC236}">
                  <a16:creationId xmlns:a16="http://schemas.microsoft.com/office/drawing/2014/main" id="{15FA649F-5485-9FC6-613E-53B9F2D2AC80}"/>
                </a:ext>
              </a:extLst>
            </p:cNvPr>
            <p:cNvSpPr/>
            <p:nvPr/>
          </p:nvSpPr>
          <p:spPr>
            <a:xfrm>
              <a:off x="4247287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S527">
              <a:extLst>
                <a:ext uri="{FF2B5EF4-FFF2-40B4-BE49-F238E27FC236}">
                  <a16:creationId xmlns:a16="http://schemas.microsoft.com/office/drawing/2014/main" id="{037CFF8A-D1CB-E9E0-3DD4-2D4DE968402B}"/>
                </a:ext>
              </a:extLst>
            </p:cNvPr>
            <p:cNvSpPr/>
            <p:nvPr/>
          </p:nvSpPr>
          <p:spPr>
            <a:xfrm>
              <a:off x="4435694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S527">
              <a:extLst>
                <a:ext uri="{FF2B5EF4-FFF2-40B4-BE49-F238E27FC236}">
                  <a16:creationId xmlns:a16="http://schemas.microsoft.com/office/drawing/2014/main" id="{E3152380-D63D-3312-FE58-E859687E6DDF}"/>
                </a:ext>
              </a:extLst>
            </p:cNvPr>
            <p:cNvSpPr/>
            <p:nvPr/>
          </p:nvSpPr>
          <p:spPr>
            <a:xfrm>
              <a:off x="462410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S527">
              <a:extLst>
                <a:ext uri="{FF2B5EF4-FFF2-40B4-BE49-F238E27FC236}">
                  <a16:creationId xmlns:a16="http://schemas.microsoft.com/office/drawing/2014/main" id="{CE15E4F4-39D5-27A9-D39F-2DD903142335}"/>
                </a:ext>
              </a:extLst>
            </p:cNvPr>
            <p:cNvSpPr/>
            <p:nvPr/>
          </p:nvSpPr>
          <p:spPr>
            <a:xfrm>
              <a:off x="481250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S527">
              <a:extLst>
                <a:ext uri="{FF2B5EF4-FFF2-40B4-BE49-F238E27FC236}">
                  <a16:creationId xmlns:a16="http://schemas.microsoft.com/office/drawing/2014/main" id="{2831AC73-B399-AB2C-2DEC-E5B4B8A8DCB1}"/>
                </a:ext>
              </a:extLst>
            </p:cNvPr>
            <p:cNvSpPr/>
            <p:nvPr/>
          </p:nvSpPr>
          <p:spPr>
            <a:xfrm>
              <a:off x="5000915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S527">
              <a:extLst>
                <a:ext uri="{FF2B5EF4-FFF2-40B4-BE49-F238E27FC236}">
                  <a16:creationId xmlns:a16="http://schemas.microsoft.com/office/drawing/2014/main" id="{AE9003FE-F27F-7608-D123-287616B83F20}"/>
                </a:ext>
              </a:extLst>
            </p:cNvPr>
            <p:cNvSpPr/>
            <p:nvPr/>
          </p:nvSpPr>
          <p:spPr>
            <a:xfrm>
              <a:off x="518729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S527">
              <a:extLst>
                <a:ext uri="{FF2B5EF4-FFF2-40B4-BE49-F238E27FC236}">
                  <a16:creationId xmlns:a16="http://schemas.microsoft.com/office/drawing/2014/main" id="{7C064FA0-423E-4092-50C6-79A978152366}"/>
                </a:ext>
              </a:extLst>
            </p:cNvPr>
            <p:cNvSpPr/>
            <p:nvPr/>
          </p:nvSpPr>
          <p:spPr>
            <a:xfrm>
              <a:off x="537569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S537">
            <a:extLst>
              <a:ext uri="{FF2B5EF4-FFF2-40B4-BE49-F238E27FC236}">
                <a16:creationId xmlns:a16="http://schemas.microsoft.com/office/drawing/2014/main" id="{60CC8785-3765-5BD7-D49A-381332AD938E}"/>
              </a:ext>
            </a:extLst>
          </p:cNvPr>
          <p:cNvSpPr/>
          <p:nvPr/>
        </p:nvSpPr>
        <p:spPr>
          <a:xfrm>
            <a:off x="2751157" y="5536778"/>
            <a:ext cx="1958581" cy="2159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Windowed Encoder Layer x 2</a:t>
            </a:r>
          </a:p>
        </p:txBody>
      </p:sp>
      <p:sp>
        <p:nvSpPr>
          <p:cNvPr id="137" name="S538">
            <a:extLst>
              <a:ext uri="{FF2B5EF4-FFF2-40B4-BE49-F238E27FC236}">
                <a16:creationId xmlns:a16="http://schemas.microsoft.com/office/drawing/2014/main" id="{7F66A79E-99E1-9B10-9C6A-3C233513D35D}"/>
              </a:ext>
            </a:extLst>
          </p:cNvPr>
          <p:cNvSpPr/>
          <p:nvPr/>
        </p:nvSpPr>
        <p:spPr>
          <a:xfrm>
            <a:off x="2751157" y="4791561"/>
            <a:ext cx="2020704" cy="2159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Non-Windowed Encoder Layer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254C6A7D-67AE-7D28-0C39-86D6C9DE31F2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1558659" y="6013544"/>
            <a:ext cx="1192499" cy="10052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S609">
            <a:extLst>
              <a:ext uri="{FF2B5EF4-FFF2-40B4-BE49-F238E27FC236}">
                <a16:creationId xmlns:a16="http://schemas.microsoft.com/office/drawing/2014/main" id="{D64286C9-5027-99A7-E24E-D78CE4F4B608}"/>
              </a:ext>
            </a:extLst>
          </p:cNvPr>
          <p:cNvSpPr/>
          <p:nvPr/>
        </p:nvSpPr>
        <p:spPr>
          <a:xfrm>
            <a:off x="1950789" y="3906644"/>
            <a:ext cx="2883317" cy="355600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2700">
            <a:solidFill>
              <a:srgbClr val="9B6BBF"/>
            </a:solidFill>
          </a:ln>
        </p:spPr>
        <p:txBody>
          <a:bodyPr/>
          <a:lstStyle/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L610">
            <a:extLst>
              <a:ext uri="{FF2B5EF4-FFF2-40B4-BE49-F238E27FC236}">
                <a16:creationId xmlns:a16="http://schemas.microsoft.com/office/drawing/2014/main" id="{4FB4E592-4D79-A557-91CE-2DAC62816EFA}"/>
              </a:ext>
            </a:extLst>
          </p:cNvPr>
          <p:cNvSpPr/>
          <p:nvPr/>
        </p:nvSpPr>
        <p:spPr>
          <a:xfrm>
            <a:off x="2043736" y="4000920"/>
            <a:ext cx="635000" cy="165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2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A604EF1C-DB58-84E9-1F78-D01359161C0F}"/>
              </a:ext>
            </a:extLst>
          </p:cNvPr>
          <p:cNvGrpSpPr/>
          <p:nvPr/>
        </p:nvGrpSpPr>
        <p:grpSpPr>
          <a:xfrm>
            <a:off x="2751158" y="4460359"/>
            <a:ext cx="1823172" cy="129540"/>
            <a:chOff x="3682066" y="5911096"/>
            <a:chExt cx="1823172" cy="129540"/>
          </a:xfrm>
          <a:solidFill>
            <a:srgbClr val="7B4FA0"/>
          </a:solidFill>
        </p:grpSpPr>
        <p:sp>
          <p:nvSpPr>
            <p:cNvPr id="169" name="S527">
              <a:extLst>
                <a:ext uri="{FF2B5EF4-FFF2-40B4-BE49-F238E27FC236}">
                  <a16:creationId xmlns:a16="http://schemas.microsoft.com/office/drawing/2014/main" id="{AFDAABE1-D6B8-1E03-EE20-94116250125A}"/>
                </a:ext>
              </a:extLst>
            </p:cNvPr>
            <p:cNvSpPr/>
            <p:nvPr/>
          </p:nvSpPr>
          <p:spPr>
            <a:xfrm>
              <a:off x="3682066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S527">
              <a:extLst>
                <a:ext uri="{FF2B5EF4-FFF2-40B4-BE49-F238E27FC236}">
                  <a16:creationId xmlns:a16="http://schemas.microsoft.com/office/drawing/2014/main" id="{09CD1D9D-0308-BD90-EBA5-5B666EBFF69A}"/>
                </a:ext>
              </a:extLst>
            </p:cNvPr>
            <p:cNvSpPr/>
            <p:nvPr/>
          </p:nvSpPr>
          <p:spPr>
            <a:xfrm>
              <a:off x="3870473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S527">
              <a:extLst>
                <a:ext uri="{FF2B5EF4-FFF2-40B4-BE49-F238E27FC236}">
                  <a16:creationId xmlns:a16="http://schemas.microsoft.com/office/drawing/2014/main" id="{763E471D-DE8D-F292-46AB-E3CB4822A4F5}"/>
                </a:ext>
              </a:extLst>
            </p:cNvPr>
            <p:cNvSpPr/>
            <p:nvPr/>
          </p:nvSpPr>
          <p:spPr>
            <a:xfrm>
              <a:off x="4058880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S527">
              <a:extLst>
                <a:ext uri="{FF2B5EF4-FFF2-40B4-BE49-F238E27FC236}">
                  <a16:creationId xmlns:a16="http://schemas.microsoft.com/office/drawing/2014/main" id="{A27FC2FB-FBC4-8CFE-4138-3F1917A020CE}"/>
                </a:ext>
              </a:extLst>
            </p:cNvPr>
            <p:cNvSpPr/>
            <p:nvPr/>
          </p:nvSpPr>
          <p:spPr>
            <a:xfrm>
              <a:off x="4247287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S527">
              <a:extLst>
                <a:ext uri="{FF2B5EF4-FFF2-40B4-BE49-F238E27FC236}">
                  <a16:creationId xmlns:a16="http://schemas.microsoft.com/office/drawing/2014/main" id="{BC91B559-93D5-6D4C-974C-651B9CF893C8}"/>
                </a:ext>
              </a:extLst>
            </p:cNvPr>
            <p:cNvSpPr/>
            <p:nvPr/>
          </p:nvSpPr>
          <p:spPr>
            <a:xfrm>
              <a:off x="4435694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S527">
              <a:extLst>
                <a:ext uri="{FF2B5EF4-FFF2-40B4-BE49-F238E27FC236}">
                  <a16:creationId xmlns:a16="http://schemas.microsoft.com/office/drawing/2014/main" id="{F1AAEB6A-DE64-0092-CAB2-ECECBB56F743}"/>
                </a:ext>
              </a:extLst>
            </p:cNvPr>
            <p:cNvSpPr/>
            <p:nvPr/>
          </p:nvSpPr>
          <p:spPr>
            <a:xfrm>
              <a:off x="462410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S527">
              <a:extLst>
                <a:ext uri="{FF2B5EF4-FFF2-40B4-BE49-F238E27FC236}">
                  <a16:creationId xmlns:a16="http://schemas.microsoft.com/office/drawing/2014/main" id="{C7613FA9-67B8-B347-F090-E17BBD7AED58}"/>
                </a:ext>
              </a:extLst>
            </p:cNvPr>
            <p:cNvSpPr/>
            <p:nvPr/>
          </p:nvSpPr>
          <p:spPr>
            <a:xfrm>
              <a:off x="481250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S527">
              <a:extLst>
                <a:ext uri="{FF2B5EF4-FFF2-40B4-BE49-F238E27FC236}">
                  <a16:creationId xmlns:a16="http://schemas.microsoft.com/office/drawing/2014/main" id="{585EFE81-EF53-3858-7E69-97FC67ACE824}"/>
                </a:ext>
              </a:extLst>
            </p:cNvPr>
            <p:cNvSpPr/>
            <p:nvPr/>
          </p:nvSpPr>
          <p:spPr>
            <a:xfrm>
              <a:off x="5000915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S527">
              <a:extLst>
                <a:ext uri="{FF2B5EF4-FFF2-40B4-BE49-F238E27FC236}">
                  <a16:creationId xmlns:a16="http://schemas.microsoft.com/office/drawing/2014/main" id="{E272B445-24F6-A27B-E8FD-150F3C86E662}"/>
                </a:ext>
              </a:extLst>
            </p:cNvPr>
            <p:cNvSpPr/>
            <p:nvPr/>
          </p:nvSpPr>
          <p:spPr>
            <a:xfrm>
              <a:off x="518729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S527">
              <a:extLst>
                <a:ext uri="{FF2B5EF4-FFF2-40B4-BE49-F238E27FC236}">
                  <a16:creationId xmlns:a16="http://schemas.microsoft.com/office/drawing/2014/main" id="{A3CC450A-E215-F947-6DF3-9C8706889654}"/>
                </a:ext>
              </a:extLst>
            </p:cNvPr>
            <p:cNvSpPr/>
            <p:nvPr/>
          </p:nvSpPr>
          <p:spPr>
            <a:xfrm>
              <a:off x="537569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42ACAA94-497A-2DF0-A7B3-5A058323F6A6}"/>
              </a:ext>
            </a:extLst>
          </p:cNvPr>
          <p:cNvGrpSpPr/>
          <p:nvPr/>
        </p:nvGrpSpPr>
        <p:grpSpPr>
          <a:xfrm>
            <a:off x="2812362" y="5752043"/>
            <a:ext cx="1693144" cy="191135"/>
            <a:chOff x="3235270" y="5977250"/>
            <a:chExt cx="1693144" cy="191135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EBA7CDE-8F7C-858E-55B4-3E192667B0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8414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6B95F008-FC26-ECC4-457D-7DF3BC8479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4061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96BF7571-E2C6-18C6-E5EE-F8BFF426B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1039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AC87805-F3DE-19ED-FB12-F868611C09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686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83412E99-C2FF-F443-309E-088489FFA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0871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6FC328A2-CA39-D3C0-2A84-200BCAADF3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8898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9D6AD5B0-0AEE-53E2-86A9-997F366362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9008" y="59772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11EB9073-1819-1673-922A-E21EFABED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4655" y="59772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F9D26198-A21D-0A20-0E58-7A43B834F7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7243" y="59772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9DADE226-9A1E-EFC6-8405-57E124644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5270" y="59772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4516C7B2-B505-0633-BC68-30F70BC93CFE}"/>
              </a:ext>
            </a:extLst>
          </p:cNvPr>
          <p:cNvGrpSpPr/>
          <p:nvPr/>
        </p:nvGrpSpPr>
        <p:grpSpPr>
          <a:xfrm>
            <a:off x="2816172" y="5339412"/>
            <a:ext cx="1693144" cy="191135"/>
            <a:chOff x="3235270" y="5977250"/>
            <a:chExt cx="1693144" cy="191135"/>
          </a:xfrm>
        </p:grpSpPr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C9DB5A13-C5F7-009C-1867-1A359AE4E0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8414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F930E9DD-9335-03CB-8824-D76EB0F51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4061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735DF833-4A16-C6D7-6E4B-2F6C5C5BF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1039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8FFCF969-0D5C-4ACB-2BB5-3C3B5B471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686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2503DC36-5D0C-D305-D770-0F08CEB35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0871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7E5E9DE7-D3C3-0C0D-5C68-17A67472A5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8898" y="5977885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72729C85-70AE-BD99-C816-1CEB3DB9B5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9008" y="59772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014D3B6C-657F-6404-5C57-C628767AD4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4655" y="59772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1B0A8AAE-7499-FE7D-A019-2392DA4D88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7243" y="59772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825A8B27-21E5-DF1B-A8D9-E371243F53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5270" y="59772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22FC2787-49A0-A92F-708D-8BA79F031199}"/>
              </a:ext>
            </a:extLst>
          </p:cNvPr>
          <p:cNvGrpSpPr/>
          <p:nvPr/>
        </p:nvGrpSpPr>
        <p:grpSpPr>
          <a:xfrm>
            <a:off x="2816172" y="4597251"/>
            <a:ext cx="1693144" cy="191135"/>
            <a:chOff x="3239080" y="4828808"/>
            <a:chExt cx="1693144" cy="191135"/>
          </a:xfrm>
        </p:grpSpPr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A42BC4BE-48CC-EF5B-1D0B-396B4EB7B3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2224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1EA1443F-2C36-8C47-BC2E-7F9CC72B5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787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Arrow Connector 216">
              <a:extLst>
                <a:ext uri="{FF2B5EF4-FFF2-40B4-BE49-F238E27FC236}">
                  <a16:creationId xmlns:a16="http://schemas.microsoft.com/office/drawing/2014/main" id="{7FFDA35A-97EA-F272-6392-C038C0F0D3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4849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Arrow Connector 217">
              <a:extLst>
                <a:ext uri="{FF2B5EF4-FFF2-40B4-BE49-F238E27FC236}">
                  <a16:creationId xmlns:a16="http://schemas.microsoft.com/office/drawing/2014/main" id="{CD06B5BD-BE0A-9979-CCAA-329032378D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0496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AC436CA7-A3A1-2905-2473-B20CA5B4AA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468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F440EA33-FF11-8510-8D22-08BDAA950E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2708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3B70F0F2-398C-1239-051C-0B324E4D1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2818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49F80A48-1C3D-68AC-80ED-710CEC3D3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8465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317B1D8C-BCA9-B3BB-FEBF-1E871C1F30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053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201BA1BC-9B0F-6889-1CBF-04BD16928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9080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92DF7804-3D4C-B787-36D7-AF8525BF0D8A}"/>
              </a:ext>
            </a:extLst>
          </p:cNvPr>
          <p:cNvGrpSpPr/>
          <p:nvPr/>
        </p:nvGrpSpPr>
        <p:grpSpPr>
          <a:xfrm>
            <a:off x="2816172" y="5010636"/>
            <a:ext cx="1693144" cy="191135"/>
            <a:chOff x="3239080" y="4828808"/>
            <a:chExt cx="1693144" cy="191135"/>
          </a:xfrm>
        </p:grpSpPr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C6205E14-213D-9BE3-B339-070BE77AF0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2224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>
              <a:extLst>
                <a:ext uri="{FF2B5EF4-FFF2-40B4-BE49-F238E27FC236}">
                  <a16:creationId xmlns:a16="http://schemas.microsoft.com/office/drawing/2014/main" id="{B4D493C2-72EE-84E5-4615-BBF86CA26C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787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502E8D44-8ABE-5BB0-F321-D187DA99E1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4849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1AEDB5E9-DC0D-732F-2D97-FCE6F63A82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0496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7D53631D-8788-0A1C-BD6E-2005826C7A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468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4FC7484F-B0FD-0C63-EFC9-890C3279F7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2708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1CBEDC57-B7BB-8459-F21F-6695E6E758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2818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76C936AA-5C8B-8178-A2D6-CD31C96E48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8465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B2BB9765-16CE-A30D-4BB9-4B150CC24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053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1D53EBFD-1ED0-229F-EDC1-8C4A0D939C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9080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899355B4-FA74-76EC-FE5A-4A536E6C1E1E}"/>
              </a:ext>
            </a:extLst>
          </p:cNvPr>
          <p:cNvGrpSpPr/>
          <p:nvPr/>
        </p:nvGrpSpPr>
        <p:grpSpPr>
          <a:xfrm>
            <a:off x="2816172" y="4267007"/>
            <a:ext cx="1693144" cy="191135"/>
            <a:chOff x="3239080" y="4828808"/>
            <a:chExt cx="1693144" cy="191135"/>
          </a:xfrm>
        </p:grpSpPr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5F3F5161-F77A-BC09-A593-394E286656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2224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2E72E536-E1D4-77FF-1B48-B3A95AD450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787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58A0AAD1-9218-0487-A8FE-3FDC0D259C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4849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404851BD-2E4F-48C6-168A-5D487F9750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0496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3A003A1F-ACDA-F3EF-BD88-D6E3876BFF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468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Arrow Connector 242">
              <a:extLst>
                <a:ext uri="{FF2B5EF4-FFF2-40B4-BE49-F238E27FC236}">
                  <a16:creationId xmlns:a16="http://schemas.microsoft.com/office/drawing/2014/main" id="{85C64BB8-824B-DFCB-BC35-576207D10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2708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id="{E178A681-A030-B0BD-39DF-978F62133E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2818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91E35775-161E-5A0A-6539-BC57CD378C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8465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E1CB1DEE-3C48-2CB2-D794-6413E8671C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053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Arrow Connector 246">
              <a:extLst>
                <a:ext uri="{FF2B5EF4-FFF2-40B4-BE49-F238E27FC236}">
                  <a16:creationId xmlns:a16="http://schemas.microsoft.com/office/drawing/2014/main" id="{561E80CC-5AD8-D978-C772-D218AEF89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9080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9" name="S609">
            <a:extLst>
              <a:ext uri="{FF2B5EF4-FFF2-40B4-BE49-F238E27FC236}">
                <a16:creationId xmlns:a16="http://schemas.microsoft.com/office/drawing/2014/main" id="{8BEE4389-1AB8-A310-BC18-0CB130C7870C}"/>
              </a:ext>
            </a:extLst>
          </p:cNvPr>
          <p:cNvSpPr/>
          <p:nvPr/>
        </p:nvSpPr>
        <p:spPr>
          <a:xfrm>
            <a:off x="1950789" y="3021230"/>
            <a:ext cx="2883317" cy="355600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2700">
            <a:solidFill>
              <a:srgbClr val="9B6BBF"/>
            </a:solidFill>
          </a:ln>
        </p:spPr>
        <p:txBody>
          <a:bodyPr/>
          <a:lstStyle/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L610">
            <a:extLst>
              <a:ext uri="{FF2B5EF4-FFF2-40B4-BE49-F238E27FC236}">
                <a16:creationId xmlns:a16="http://schemas.microsoft.com/office/drawing/2014/main" id="{B33587DE-ACD4-B8E2-08A9-6C363BDDCE0C}"/>
              </a:ext>
            </a:extLst>
          </p:cNvPr>
          <p:cNvSpPr/>
          <p:nvPr/>
        </p:nvSpPr>
        <p:spPr>
          <a:xfrm>
            <a:off x="2049723" y="3121243"/>
            <a:ext cx="635000" cy="165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3</a:t>
            </a: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79AA108D-5D99-BB6C-CF01-B01122CA6D9E}"/>
              </a:ext>
            </a:extLst>
          </p:cNvPr>
          <p:cNvGrpSpPr/>
          <p:nvPr/>
        </p:nvGrpSpPr>
        <p:grpSpPr>
          <a:xfrm>
            <a:off x="2751158" y="3574945"/>
            <a:ext cx="1823172" cy="129540"/>
            <a:chOff x="3682066" y="5911096"/>
            <a:chExt cx="1823172" cy="129540"/>
          </a:xfrm>
          <a:solidFill>
            <a:srgbClr val="7B4FA0"/>
          </a:solidFill>
        </p:grpSpPr>
        <p:sp>
          <p:nvSpPr>
            <p:cNvPr id="252" name="S527">
              <a:extLst>
                <a:ext uri="{FF2B5EF4-FFF2-40B4-BE49-F238E27FC236}">
                  <a16:creationId xmlns:a16="http://schemas.microsoft.com/office/drawing/2014/main" id="{EE5BA353-C902-2D5B-5883-5BF7F806E9C1}"/>
                </a:ext>
              </a:extLst>
            </p:cNvPr>
            <p:cNvSpPr/>
            <p:nvPr/>
          </p:nvSpPr>
          <p:spPr>
            <a:xfrm>
              <a:off x="3682066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S527">
              <a:extLst>
                <a:ext uri="{FF2B5EF4-FFF2-40B4-BE49-F238E27FC236}">
                  <a16:creationId xmlns:a16="http://schemas.microsoft.com/office/drawing/2014/main" id="{CAF121DF-7AEB-71EC-43C9-ED64BB7E74F4}"/>
                </a:ext>
              </a:extLst>
            </p:cNvPr>
            <p:cNvSpPr/>
            <p:nvPr/>
          </p:nvSpPr>
          <p:spPr>
            <a:xfrm>
              <a:off x="3870473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S527">
              <a:extLst>
                <a:ext uri="{FF2B5EF4-FFF2-40B4-BE49-F238E27FC236}">
                  <a16:creationId xmlns:a16="http://schemas.microsoft.com/office/drawing/2014/main" id="{D159A2C3-D386-B7A9-5E87-968EA4A0A9DD}"/>
                </a:ext>
              </a:extLst>
            </p:cNvPr>
            <p:cNvSpPr/>
            <p:nvPr/>
          </p:nvSpPr>
          <p:spPr>
            <a:xfrm>
              <a:off x="4058880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S527">
              <a:extLst>
                <a:ext uri="{FF2B5EF4-FFF2-40B4-BE49-F238E27FC236}">
                  <a16:creationId xmlns:a16="http://schemas.microsoft.com/office/drawing/2014/main" id="{036C7CDB-4BE1-786E-0C53-E4A7A4BEA826}"/>
                </a:ext>
              </a:extLst>
            </p:cNvPr>
            <p:cNvSpPr/>
            <p:nvPr/>
          </p:nvSpPr>
          <p:spPr>
            <a:xfrm>
              <a:off x="4247287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S527">
              <a:extLst>
                <a:ext uri="{FF2B5EF4-FFF2-40B4-BE49-F238E27FC236}">
                  <a16:creationId xmlns:a16="http://schemas.microsoft.com/office/drawing/2014/main" id="{0B5C7AE9-B2D5-57FA-8ECD-D2FDF91F1AB7}"/>
                </a:ext>
              </a:extLst>
            </p:cNvPr>
            <p:cNvSpPr/>
            <p:nvPr/>
          </p:nvSpPr>
          <p:spPr>
            <a:xfrm>
              <a:off x="4435694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S527">
              <a:extLst>
                <a:ext uri="{FF2B5EF4-FFF2-40B4-BE49-F238E27FC236}">
                  <a16:creationId xmlns:a16="http://schemas.microsoft.com/office/drawing/2014/main" id="{9BF94C1E-33A1-8153-1C7C-91F5F395E43F}"/>
                </a:ext>
              </a:extLst>
            </p:cNvPr>
            <p:cNvSpPr/>
            <p:nvPr/>
          </p:nvSpPr>
          <p:spPr>
            <a:xfrm>
              <a:off x="462410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S527">
              <a:extLst>
                <a:ext uri="{FF2B5EF4-FFF2-40B4-BE49-F238E27FC236}">
                  <a16:creationId xmlns:a16="http://schemas.microsoft.com/office/drawing/2014/main" id="{A64F60D0-4D07-46CF-FB7E-73467C613120}"/>
                </a:ext>
              </a:extLst>
            </p:cNvPr>
            <p:cNvSpPr/>
            <p:nvPr/>
          </p:nvSpPr>
          <p:spPr>
            <a:xfrm>
              <a:off x="481250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S527">
              <a:extLst>
                <a:ext uri="{FF2B5EF4-FFF2-40B4-BE49-F238E27FC236}">
                  <a16:creationId xmlns:a16="http://schemas.microsoft.com/office/drawing/2014/main" id="{56095AAE-8AA3-F542-87F2-2343DA4A84A0}"/>
                </a:ext>
              </a:extLst>
            </p:cNvPr>
            <p:cNvSpPr/>
            <p:nvPr/>
          </p:nvSpPr>
          <p:spPr>
            <a:xfrm>
              <a:off x="5000915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S527">
              <a:extLst>
                <a:ext uri="{FF2B5EF4-FFF2-40B4-BE49-F238E27FC236}">
                  <a16:creationId xmlns:a16="http://schemas.microsoft.com/office/drawing/2014/main" id="{D819BBC3-3678-C4A5-8145-2968F8F85D4E}"/>
                </a:ext>
              </a:extLst>
            </p:cNvPr>
            <p:cNvSpPr/>
            <p:nvPr/>
          </p:nvSpPr>
          <p:spPr>
            <a:xfrm>
              <a:off x="518729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S527">
              <a:extLst>
                <a:ext uri="{FF2B5EF4-FFF2-40B4-BE49-F238E27FC236}">
                  <a16:creationId xmlns:a16="http://schemas.microsoft.com/office/drawing/2014/main" id="{A151E4AC-B68E-D75E-FBCD-49E396CEABE8}"/>
                </a:ext>
              </a:extLst>
            </p:cNvPr>
            <p:cNvSpPr/>
            <p:nvPr/>
          </p:nvSpPr>
          <p:spPr>
            <a:xfrm>
              <a:off x="537569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39AB3DCE-BC24-52FD-EDAD-69580BFB2300}"/>
              </a:ext>
            </a:extLst>
          </p:cNvPr>
          <p:cNvGrpSpPr/>
          <p:nvPr/>
        </p:nvGrpSpPr>
        <p:grpSpPr>
          <a:xfrm>
            <a:off x="2816172" y="3711837"/>
            <a:ext cx="1693144" cy="191135"/>
            <a:chOff x="3239080" y="4828808"/>
            <a:chExt cx="1693144" cy="191135"/>
          </a:xfrm>
        </p:grpSpPr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9E15ECE6-7590-428D-C8A5-1C98AEE177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2224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>
              <a:extLst>
                <a:ext uri="{FF2B5EF4-FFF2-40B4-BE49-F238E27FC236}">
                  <a16:creationId xmlns:a16="http://schemas.microsoft.com/office/drawing/2014/main" id="{DFDA55A4-4248-65C6-8CBF-4C32131422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787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Arrow Connector 264">
              <a:extLst>
                <a:ext uri="{FF2B5EF4-FFF2-40B4-BE49-F238E27FC236}">
                  <a16:creationId xmlns:a16="http://schemas.microsoft.com/office/drawing/2014/main" id="{2772A9AA-BF92-FA72-F930-E778583A5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4849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>
              <a:extLst>
                <a:ext uri="{FF2B5EF4-FFF2-40B4-BE49-F238E27FC236}">
                  <a16:creationId xmlns:a16="http://schemas.microsoft.com/office/drawing/2014/main" id="{A3313852-85F6-7D7B-22B0-0847CBA52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0496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>
              <a:extLst>
                <a:ext uri="{FF2B5EF4-FFF2-40B4-BE49-F238E27FC236}">
                  <a16:creationId xmlns:a16="http://schemas.microsoft.com/office/drawing/2014/main" id="{1D48A651-4AB8-593E-07A1-45164F88A2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468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>
              <a:extLst>
                <a:ext uri="{FF2B5EF4-FFF2-40B4-BE49-F238E27FC236}">
                  <a16:creationId xmlns:a16="http://schemas.microsoft.com/office/drawing/2014/main" id="{8F940A6C-560C-C457-C046-A217B34753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2708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>
              <a:extLst>
                <a:ext uri="{FF2B5EF4-FFF2-40B4-BE49-F238E27FC236}">
                  <a16:creationId xmlns:a16="http://schemas.microsoft.com/office/drawing/2014/main" id="{3E2CC5B4-63F3-4FAA-9872-C1A31BBB12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2818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>
              <a:extLst>
                <a:ext uri="{FF2B5EF4-FFF2-40B4-BE49-F238E27FC236}">
                  <a16:creationId xmlns:a16="http://schemas.microsoft.com/office/drawing/2014/main" id="{978A9FA8-B89A-432B-8588-45FD5338B5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8465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7623A6A4-5B35-DA60-6313-1FEF83108F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053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FF44A2DF-0392-C49C-A7D6-7D5C433229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9080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B4FBF823-8BF1-ADB1-1675-134D22EF36A2}"/>
              </a:ext>
            </a:extLst>
          </p:cNvPr>
          <p:cNvGrpSpPr/>
          <p:nvPr/>
        </p:nvGrpSpPr>
        <p:grpSpPr>
          <a:xfrm>
            <a:off x="2816172" y="3381593"/>
            <a:ext cx="1693144" cy="191135"/>
            <a:chOff x="3239080" y="4828808"/>
            <a:chExt cx="1693144" cy="191135"/>
          </a:xfrm>
        </p:grpSpPr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D9C239E2-5804-1F14-208F-143F7783ED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2224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Arrow Connector 274">
              <a:extLst>
                <a:ext uri="{FF2B5EF4-FFF2-40B4-BE49-F238E27FC236}">
                  <a16:creationId xmlns:a16="http://schemas.microsoft.com/office/drawing/2014/main" id="{4684A462-5709-5444-12BC-461B53E97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787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03A345E9-C79C-EF93-8D84-0253D4C114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4849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3E721919-75BB-8BBA-29C9-01DC1902EA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0496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03D5F85A-D1DF-6E9B-6911-6CCB17178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468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D05924FC-6F13-259C-43F9-3705275F04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2708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9A0E985B-D226-AC4B-5CF9-AF2D31141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2818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424442C0-A63A-FCFB-6B66-0CDC79905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8465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45715061-E19E-0349-1E36-2F84D39CF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053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B3FA76BE-FD3E-9536-FFE2-88C707EB4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9080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5" name="S609">
            <a:extLst>
              <a:ext uri="{FF2B5EF4-FFF2-40B4-BE49-F238E27FC236}">
                <a16:creationId xmlns:a16="http://schemas.microsoft.com/office/drawing/2014/main" id="{64E61436-AF23-F49F-E255-75DAC277163C}"/>
              </a:ext>
            </a:extLst>
          </p:cNvPr>
          <p:cNvSpPr/>
          <p:nvPr/>
        </p:nvSpPr>
        <p:spPr>
          <a:xfrm>
            <a:off x="1950789" y="2136209"/>
            <a:ext cx="2883317" cy="355600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2700">
            <a:solidFill>
              <a:srgbClr val="9B6BBF"/>
            </a:solidFill>
          </a:ln>
        </p:spPr>
        <p:txBody>
          <a:bodyPr/>
          <a:lstStyle/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" name="L610">
            <a:extLst>
              <a:ext uri="{FF2B5EF4-FFF2-40B4-BE49-F238E27FC236}">
                <a16:creationId xmlns:a16="http://schemas.microsoft.com/office/drawing/2014/main" id="{4B5DB37E-D49B-8C0F-65EA-787B7E01F12A}"/>
              </a:ext>
            </a:extLst>
          </p:cNvPr>
          <p:cNvSpPr/>
          <p:nvPr/>
        </p:nvSpPr>
        <p:spPr>
          <a:xfrm>
            <a:off x="2043736" y="2231872"/>
            <a:ext cx="635000" cy="165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4</a:t>
            </a: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8684DC61-F4CA-AB5C-518E-DEA75D2E5CCB}"/>
              </a:ext>
            </a:extLst>
          </p:cNvPr>
          <p:cNvGrpSpPr/>
          <p:nvPr/>
        </p:nvGrpSpPr>
        <p:grpSpPr>
          <a:xfrm>
            <a:off x="2751158" y="2689924"/>
            <a:ext cx="1823172" cy="129540"/>
            <a:chOff x="3682066" y="5911096"/>
            <a:chExt cx="1823172" cy="129540"/>
          </a:xfrm>
          <a:solidFill>
            <a:srgbClr val="7B4FA0"/>
          </a:solidFill>
        </p:grpSpPr>
        <p:sp>
          <p:nvSpPr>
            <p:cNvPr id="288" name="S527">
              <a:extLst>
                <a:ext uri="{FF2B5EF4-FFF2-40B4-BE49-F238E27FC236}">
                  <a16:creationId xmlns:a16="http://schemas.microsoft.com/office/drawing/2014/main" id="{BA05FAC2-5CC8-03A8-5AA9-DC3EBB22923E}"/>
                </a:ext>
              </a:extLst>
            </p:cNvPr>
            <p:cNvSpPr/>
            <p:nvPr/>
          </p:nvSpPr>
          <p:spPr>
            <a:xfrm>
              <a:off x="3682066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S527">
              <a:extLst>
                <a:ext uri="{FF2B5EF4-FFF2-40B4-BE49-F238E27FC236}">
                  <a16:creationId xmlns:a16="http://schemas.microsoft.com/office/drawing/2014/main" id="{BCD84561-3091-CB84-78B9-3A4F1917DBB4}"/>
                </a:ext>
              </a:extLst>
            </p:cNvPr>
            <p:cNvSpPr/>
            <p:nvPr/>
          </p:nvSpPr>
          <p:spPr>
            <a:xfrm>
              <a:off x="3870473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S527">
              <a:extLst>
                <a:ext uri="{FF2B5EF4-FFF2-40B4-BE49-F238E27FC236}">
                  <a16:creationId xmlns:a16="http://schemas.microsoft.com/office/drawing/2014/main" id="{E7FF4A45-AD37-F3F4-D1CD-0BB5DBA275DE}"/>
                </a:ext>
              </a:extLst>
            </p:cNvPr>
            <p:cNvSpPr/>
            <p:nvPr/>
          </p:nvSpPr>
          <p:spPr>
            <a:xfrm>
              <a:off x="4058880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S527">
              <a:extLst>
                <a:ext uri="{FF2B5EF4-FFF2-40B4-BE49-F238E27FC236}">
                  <a16:creationId xmlns:a16="http://schemas.microsoft.com/office/drawing/2014/main" id="{CB700160-BA98-1375-4D5A-E0168CDBEE64}"/>
                </a:ext>
              </a:extLst>
            </p:cNvPr>
            <p:cNvSpPr/>
            <p:nvPr/>
          </p:nvSpPr>
          <p:spPr>
            <a:xfrm>
              <a:off x="4247287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S527">
              <a:extLst>
                <a:ext uri="{FF2B5EF4-FFF2-40B4-BE49-F238E27FC236}">
                  <a16:creationId xmlns:a16="http://schemas.microsoft.com/office/drawing/2014/main" id="{27A5D2BD-2050-6688-5D3C-BA7ACC226BA0}"/>
                </a:ext>
              </a:extLst>
            </p:cNvPr>
            <p:cNvSpPr/>
            <p:nvPr/>
          </p:nvSpPr>
          <p:spPr>
            <a:xfrm>
              <a:off x="4435694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S527">
              <a:extLst>
                <a:ext uri="{FF2B5EF4-FFF2-40B4-BE49-F238E27FC236}">
                  <a16:creationId xmlns:a16="http://schemas.microsoft.com/office/drawing/2014/main" id="{56B9358E-4710-BCF3-D76B-AEB2A79FDB8B}"/>
                </a:ext>
              </a:extLst>
            </p:cNvPr>
            <p:cNvSpPr/>
            <p:nvPr/>
          </p:nvSpPr>
          <p:spPr>
            <a:xfrm>
              <a:off x="462410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S527">
              <a:extLst>
                <a:ext uri="{FF2B5EF4-FFF2-40B4-BE49-F238E27FC236}">
                  <a16:creationId xmlns:a16="http://schemas.microsoft.com/office/drawing/2014/main" id="{4F4857F4-5EB4-CA75-74B9-C0143A82F3C5}"/>
                </a:ext>
              </a:extLst>
            </p:cNvPr>
            <p:cNvSpPr/>
            <p:nvPr/>
          </p:nvSpPr>
          <p:spPr>
            <a:xfrm>
              <a:off x="481250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5" name="S527">
              <a:extLst>
                <a:ext uri="{FF2B5EF4-FFF2-40B4-BE49-F238E27FC236}">
                  <a16:creationId xmlns:a16="http://schemas.microsoft.com/office/drawing/2014/main" id="{DFC73300-ACB5-247B-63DB-50F8FA65AAE5}"/>
                </a:ext>
              </a:extLst>
            </p:cNvPr>
            <p:cNvSpPr/>
            <p:nvPr/>
          </p:nvSpPr>
          <p:spPr>
            <a:xfrm>
              <a:off x="5000915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6" name="S527">
              <a:extLst>
                <a:ext uri="{FF2B5EF4-FFF2-40B4-BE49-F238E27FC236}">
                  <a16:creationId xmlns:a16="http://schemas.microsoft.com/office/drawing/2014/main" id="{6008F4C1-5264-E76E-9B6A-DBE1A8562BD6}"/>
                </a:ext>
              </a:extLst>
            </p:cNvPr>
            <p:cNvSpPr/>
            <p:nvPr/>
          </p:nvSpPr>
          <p:spPr>
            <a:xfrm>
              <a:off x="518729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S527">
              <a:extLst>
                <a:ext uri="{FF2B5EF4-FFF2-40B4-BE49-F238E27FC236}">
                  <a16:creationId xmlns:a16="http://schemas.microsoft.com/office/drawing/2014/main" id="{5644F776-FF18-6DDB-79D0-C75D31517E4C}"/>
                </a:ext>
              </a:extLst>
            </p:cNvPr>
            <p:cNvSpPr/>
            <p:nvPr/>
          </p:nvSpPr>
          <p:spPr>
            <a:xfrm>
              <a:off x="537569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3D701C83-0121-46BE-53AB-95F8E9AC4F64}"/>
              </a:ext>
            </a:extLst>
          </p:cNvPr>
          <p:cNvGrpSpPr/>
          <p:nvPr/>
        </p:nvGrpSpPr>
        <p:grpSpPr>
          <a:xfrm>
            <a:off x="2816172" y="2826816"/>
            <a:ext cx="1693144" cy="191135"/>
            <a:chOff x="3239080" y="4828808"/>
            <a:chExt cx="1693144" cy="191135"/>
          </a:xfrm>
        </p:grpSpPr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17186D0F-A8B8-4DA8-C0E8-FBF1C0163E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2224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Arrow Connector 299">
              <a:extLst>
                <a:ext uri="{FF2B5EF4-FFF2-40B4-BE49-F238E27FC236}">
                  <a16:creationId xmlns:a16="http://schemas.microsoft.com/office/drawing/2014/main" id="{E0100D8F-3495-C566-5685-C3AE13C7E6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787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Arrow Connector 300">
              <a:extLst>
                <a:ext uri="{FF2B5EF4-FFF2-40B4-BE49-F238E27FC236}">
                  <a16:creationId xmlns:a16="http://schemas.microsoft.com/office/drawing/2014/main" id="{51E13E18-58F4-7E7C-154A-F62707E64A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4849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Arrow Connector 301">
              <a:extLst>
                <a:ext uri="{FF2B5EF4-FFF2-40B4-BE49-F238E27FC236}">
                  <a16:creationId xmlns:a16="http://schemas.microsoft.com/office/drawing/2014/main" id="{7E866FBA-4F73-2F20-A8F8-F8B02CFB91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0496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Arrow Connector 302">
              <a:extLst>
                <a:ext uri="{FF2B5EF4-FFF2-40B4-BE49-F238E27FC236}">
                  <a16:creationId xmlns:a16="http://schemas.microsoft.com/office/drawing/2014/main" id="{1EC7904D-F693-32BF-F54B-34D38106DC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468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Arrow Connector 303">
              <a:extLst>
                <a:ext uri="{FF2B5EF4-FFF2-40B4-BE49-F238E27FC236}">
                  <a16:creationId xmlns:a16="http://schemas.microsoft.com/office/drawing/2014/main" id="{1B61AB62-F599-50B1-629F-937270EFAE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2708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Arrow Connector 304">
              <a:extLst>
                <a:ext uri="{FF2B5EF4-FFF2-40B4-BE49-F238E27FC236}">
                  <a16:creationId xmlns:a16="http://schemas.microsoft.com/office/drawing/2014/main" id="{87984259-8F6D-F1DF-624A-9F666B6B31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2818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184D8B4B-E23B-F2FE-5E98-DEA5D5AF5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8465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6B7A0544-6A72-E449-B00A-6B513D0B0A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053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CF22116E-EF72-BC68-64C4-C31605510F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9080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2E1242F4-7B1F-73BF-E832-837B3B30A103}"/>
              </a:ext>
            </a:extLst>
          </p:cNvPr>
          <p:cNvGrpSpPr/>
          <p:nvPr/>
        </p:nvGrpSpPr>
        <p:grpSpPr>
          <a:xfrm>
            <a:off x="2816172" y="2496572"/>
            <a:ext cx="1693144" cy="191135"/>
            <a:chOff x="3239080" y="4828808"/>
            <a:chExt cx="1693144" cy="191135"/>
          </a:xfrm>
        </p:grpSpPr>
        <p:cxnSp>
          <p:nvCxnSpPr>
            <p:cNvPr id="310" name="Straight Arrow Connector 309">
              <a:extLst>
                <a:ext uri="{FF2B5EF4-FFF2-40B4-BE49-F238E27FC236}">
                  <a16:creationId xmlns:a16="http://schemas.microsoft.com/office/drawing/2014/main" id="{9EE6DD4B-E234-4653-4FE0-5F33F30833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2224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Arrow Connector 310">
              <a:extLst>
                <a:ext uri="{FF2B5EF4-FFF2-40B4-BE49-F238E27FC236}">
                  <a16:creationId xmlns:a16="http://schemas.microsoft.com/office/drawing/2014/main" id="{3D25A160-50E3-CFBF-9F8A-45F2B05583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787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Arrow Connector 311">
              <a:extLst>
                <a:ext uri="{FF2B5EF4-FFF2-40B4-BE49-F238E27FC236}">
                  <a16:creationId xmlns:a16="http://schemas.microsoft.com/office/drawing/2014/main" id="{3CFF7404-1F50-59A6-0B77-E2E4ABC089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4849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Arrow Connector 312">
              <a:extLst>
                <a:ext uri="{FF2B5EF4-FFF2-40B4-BE49-F238E27FC236}">
                  <a16:creationId xmlns:a16="http://schemas.microsoft.com/office/drawing/2014/main" id="{8E72CF69-0438-57BC-2A6A-2D7DBA59CE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0496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Arrow Connector 313">
              <a:extLst>
                <a:ext uri="{FF2B5EF4-FFF2-40B4-BE49-F238E27FC236}">
                  <a16:creationId xmlns:a16="http://schemas.microsoft.com/office/drawing/2014/main" id="{AFEF8B2D-BA37-A0D9-3854-EE3C7A733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468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Arrow Connector 314">
              <a:extLst>
                <a:ext uri="{FF2B5EF4-FFF2-40B4-BE49-F238E27FC236}">
                  <a16:creationId xmlns:a16="http://schemas.microsoft.com/office/drawing/2014/main" id="{583695FD-4034-90FF-4429-756D53B1A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2708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Arrow Connector 315">
              <a:extLst>
                <a:ext uri="{FF2B5EF4-FFF2-40B4-BE49-F238E27FC236}">
                  <a16:creationId xmlns:a16="http://schemas.microsoft.com/office/drawing/2014/main" id="{4EEA7916-514B-AFA8-C35B-5CDA471740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2818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Arrow Connector 316">
              <a:extLst>
                <a:ext uri="{FF2B5EF4-FFF2-40B4-BE49-F238E27FC236}">
                  <a16:creationId xmlns:a16="http://schemas.microsoft.com/office/drawing/2014/main" id="{6717AFEE-C0D1-0694-1FB2-E1BE33C8F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8465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Arrow Connector 317">
              <a:extLst>
                <a:ext uri="{FF2B5EF4-FFF2-40B4-BE49-F238E27FC236}">
                  <a16:creationId xmlns:a16="http://schemas.microsoft.com/office/drawing/2014/main" id="{60674471-2230-6B0B-702A-E499231E46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053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Arrow Connector 318">
              <a:extLst>
                <a:ext uri="{FF2B5EF4-FFF2-40B4-BE49-F238E27FC236}">
                  <a16:creationId xmlns:a16="http://schemas.microsoft.com/office/drawing/2014/main" id="{D9D1AD8B-F25B-95F7-66FD-03C8B1C891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9080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134EFDE0-8DC0-68A2-A878-82C91A429381}"/>
              </a:ext>
            </a:extLst>
          </p:cNvPr>
          <p:cNvGrpSpPr/>
          <p:nvPr/>
        </p:nvGrpSpPr>
        <p:grpSpPr>
          <a:xfrm>
            <a:off x="2751158" y="1804099"/>
            <a:ext cx="1823172" cy="129540"/>
            <a:chOff x="3682066" y="5911096"/>
            <a:chExt cx="1823172" cy="129540"/>
          </a:xfrm>
          <a:solidFill>
            <a:srgbClr val="7B4FA0"/>
          </a:solidFill>
        </p:grpSpPr>
        <p:sp>
          <p:nvSpPr>
            <p:cNvPr id="321" name="S527">
              <a:extLst>
                <a:ext uri="{FF2B5EF4-FFF2-40B4-BE49-F238E27FC236}">
                  <a16:creationId xmlns:a16="http://schemas.microsoft.com/office/drawing/2014/main" id="{0A56BBCB-7607-F76C-D779-358316ED81D4}"/>
                </a:ext>
              </a:extLst>
            </p:cNvPr>
            <p:cNvSpPr/>
            <p:nvPr/>
          </p:nvSpPr>
          <p:spPr>
            <a:xfrm>
              <a:off x="3682066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S527">
              <a:extLst>
                <a:ext uri="{FF2B5EF4-FFF2-40B4-BE49-F238E27FC236}">
                  <a16:creationId xmlns:a16="http://schemas.microsoft.com/office/drawing/2014/main" id="{9C200FA0-B192-5A3C-E4D4-F461E4C0BA22}"/>
                </a:ext>
              </a:extLst>
            </p:cNvPr>
            <p:cNvSpPr/>
            <p:nvPr/>
          </p:nvSpPr>
          <p:spPr>
            <a:xfrm>
              <a:off x="3870473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S527">
              <a:extLst>
                <a:ext uri="{FF2B5EF4-FFF2-40B4-BE49-F238E27FC236}">
                  <a16:creationId xmlns:a16="http://schemas.microsoft.com/office/drawing/2014/main" id="{F462551A-EF40-6EC3-F0AD-3D56322D226C}"/>
                </a:ext>
              </a:extLst>
            </p:cNvPr>
            <p:cNvSpPr/>
            <p:nvPr/>
          </p:nvSpPr>
          <p:spPr>
            <a:xfrm>
              <a:off x="4058880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S527">
              <a:extLst>
                <a:ext uri="{FF2B5EF4-FFF2-40B4-BE49-F238E27FC236}">
                  <a16:creationId xmlns:a16="http://schemas.microsoft.com/office/drawing/2014/main" id="{6BAA09EA-DB43-6372-D9C4-F4713B77E22A}"/>
                </a:ext>
              </a:extLst>
            </p:cNvPr>
            <p:cNvSpPr/>
            <p:nvPr/>
          </p:nvSpPr>
          <p:spPr>
            <a:xfrm>
              <a:off x="4247287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S527">
              <a:extLst>
                <a:ext uri="{FF2B5EF4-FFF2-40B4-BE49-F238E27FC236}">
                  <a16:creationId xmlns:a16="http://schemas.microsoft.com/office/drawing/2014/main" id="{3CBCF968-D57D-9F5D-1092-9FDE8A17B997}"/>
                </a:ext>
              </a:extLst>
            </p:cNvPr>
            <p:cNvSpPr/>
            <p:nvPr/>
          </p:nvSpPr>
          <p:spPr>
            <a:xfrm>
              <a:off x="4435694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S527">
              <a:extLst>
                <a:ext uri="{FF2B5EF4-FFF2-40B4-BE49-F238E27FC236}">
                  <a16:creationId xmlns:a16="http://schemas.microsoft.com/office/drawing/2014/main" id="{79482843-D303-7F9A-110E-88C975608AFF}"/>
                </a:ext>
              </a:extLst>
            </p:cNvPr>
            <p:cNvSpPr/>
            <p:nvPr/>
          </p:nvSpPr>
          <p:spPr>
            <a:xfrm>
              <a:off x="462410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S527">
              <a:extLst>
                <a:ext uri="{FF2B5EF4-FFF2-40B4-BE49-F238E27FC236}">
                  <a16:creationId xmlns:a16="http://schemas.microsoft.com/office/drawing/2014/main" id="{2E864092-E227-80AB-EE61-61163CD80D0D}"/>
                </a:ext>
              </a:extLst>
            </p:cNvPr>
            <p:cNvSpPr/>
            <p:nvPr/>
          </p:nvSpPr>
          <p:spPr>
            <a:xfrm>
              <a:off x="481250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S527">
              <a:extLst>
                <a:ext uri="{FF2B5EF4-FFF2-40B4-BE49-F238E27FC236}">
                  <a16:creationId xmlns:a16="http://schemas.microsoft.com/office/drawing/2014/main" id="{7A83B077-F0EA-4CB7-DD0E-B5AE8C092584}"/>
                </a:ext>
              </a:extLst>
            </p:cNvPr>
            <p:cNvSpPr/>
            <p:nvPr/>
          </p:nvSpPr>
          <p:spPr>
            <a:xfrm>
              <a:off x="5000915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S527">
              <a:extLst>
                <a:ext uri="{FF2B5EF4-FFF2-40B4-BE49-F238E27FC236}">
                  <a16:creationId xmlns:a16="http://schemas.microsoft.com/office/drawing/2014/main" id="{39173346-9DB6-BC36-0A4D-7FF69CB75240}"/>
                </a:ext>
              </a:extLst>
            </p:cNvPr>
            <p:cNvSpPr/>
            <p:nvPr/>
          </p:nvSpPr>
          <p:spPr>
            <a:xfrm>
              <a:off x="5187291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S527">
              <a:extLst>
                <a:ext uri="{FF2B5EF4-FFF2-40B4-BE49-F238E27FC236}">
                  <a16:creationId xmlns:a16="http://schemas.microsoft.com/office/drawing/2014/main" id="{F4D9F219-98CF-8A86-EAB6-5BF7D410DB78}"/>
                </a:ext>
              </a:extLst>
            </p:cNvPr>
            <p:cNvSpPr/>
            <p:nvPr/>
          </p:nvSpPr>
          <p:spPr>
            <a:xfrm>
              <a:off x="5375698" y="5911096"/>
              <a:ext cx="129540" cy="129540"/>
            </a:xfrm>
            <a:prstGeom prst="rect">
              <a:avLst/>
            </a:prstGeom>
            <a:grpFill/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5FDA36D4-33E5-AB50-9E1F-6668F54A49A9}"/>
              </a:ext>
            </a:extLst>
          </p:cNvPr>
          <p:cNvGrpSpPr/>
          <p:nvPr/>
        </p:nvGrpSpPr>
        <p:grpSpPr>
          <a:xfrm>
            <a:off x="2816172" y="1940991"/>
            <a:ext cx="1693144" cy="191135"/>
            <a:chOff x="3239080" y="4828808"/>
            <a:chExt cx="1693144" cy="191135"/>
          </a:xfrm>
        </p:grpSpPr>
        <p:cxnSp>
          <p:nvCxnSpPr>
            <p:cNvPr id="332" name="Straight Arrow Connector 331">
              <a:extLst>
                <a:ext uri="{FF2B5EF4-FFF2-40B4-BE49-F238E27FC236}">
                  <a16:creationId xmlns:a16="http://schemas.microsoft.com/office/drawing/2014/main" id="{2525887B-F61B-0A78-C7D9-BA9284DCF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2224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10E11BF0-E277-DF8B-DE86-506C0F3B2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4787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Arrow Connector 333">
              <a:extLst>
                <a:ext uri="{FF2B5EF4-FFF2-40B4-BE49-F238E27FC236}">
                  <a16:creationId xmlns:a16="http://schemas.microsoft.com/office/drawing/2014/main" id="{BE31FC60-BB7C-54F6-71DD-769B6B4A3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4849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EBE2AB03-FAD1-B686-6DE6-221639F6E7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0496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Arrow Connector 335">
              <a:extLst>
                <a:ext uri="{FF2B5EF4-FFF2-40B4-BE49-F238E27FC236}">
                  <a16:creationId xmlns:a16="http://schemas.microsoft.com/office/drawing/2014/main" id="{9521168F-50EC-5400-C589-065C24909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4681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Arrow Connector 336">
              <a:extLst>
                <a:ext uri="{FF2B5EF4-FFF2-40B4-BE49-F238E27FC236}">
                  <a16:creationId xmlns:a16="http://schemas.microsoft.com/office/drawing/2014/main" id="{E17E354E-89A9-2E6D-6CD0-36AAE85F93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2708" y="4829443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Arrow Connector 337">
              <a:extLst>
                <a:ext uri="{FF2B5EF4-FFF2-40B4-BE49-F238E27FC236}">
                  <a16:creationId xmlns:a16="http://schemas.microsoft.com/office/drawing/2014/main" id="{BC74EC41-C77C-096B-A2E3-1FD4EB6784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2818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0F1B1DA9-4339-2644-BA99-B5EC433C75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8465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Arrow Connector 339">
              <a:extLst>
                <a:ext uri="{FF2B5EF4-FFF2-40B4-BE49-F238E27FC236}">
                  <a16:creationId xmlns:a16="http://schemas.microsoft.com/office/drawing/2014/main" id="{058B0A44-75D2-3A56-74A2-9DF9A0AC19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1053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Arrow Connector 340">
              <a:extLst>
                <a:ext uri="{FF2B5EF4-FFF2-40B4-BE49-F238E27FC236}">
                  <a16:creationId xmlns:a16="http://schemas.microsoft.com/office/drawing/2014/main" id="{B97356DE-28BE-0FE4-8638-7EE248FF99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39080" y="4828808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2" name="L508">
            <a:extLst>
              <a:ext uri="{FF2B5EF4-FFF2-40B4-BE49-F238E27FC236}">
                <a16:creationId xmlns:a16="http://schemas.microsoft.com/office/drawing/2014/main" id="{38932060-EF41-B4CF-D533-8D1D080E8BDB}"/>
              </a:ext>
            </a:extLst>
          </p:cNvPr>
          <p:cNvSpPr/>
          <p:nvPr/>
        </p:nvSpPr>
        <p:spPr>
          <a:xfrm>
            <a:off x="1788233" y="1593355"/>
            <a:ext cx="1524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600" b="1" dirty="0">
                <a:solidFill>
                  <a:srgbClr val="4A2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 Backbone</a:t>
            </a:r>
          </a:p>
        </p:txBody>
      </p:sp>
      <p:sp>
        <p:nvSpPr>
          <p:cNvPr id="343" name="S715">
            <a:extLst>
              <a:ext uri="{FF2B5EF4-FFF2-40B4-BE49-F238E27FC236}">
                <a16:creationId xmlns:a16="http://schemas.microsoft.com/office/drawing/2014/main" id="{74B5102D-90E4-FBA4-3120-AEE61ACF53A1}"/>
              </a:ext>
            </a:extLst>
          </p:cNvPr>
          <p:cNvSpPr/>
          <p:nvPr/>
        </p:nvSpPr>
        <p:spPr>
          <a:xfrm>
            <a:off x="5084467" y="5873885"/>
            <a:ext cx="818666" cy="374692"/>
          </a:xfrm>
          <a:prstGeom prst="roundRect">
            <a:avLst>
              <a:gd name="adj" fmla="val 15000"/>
            </a:avLst>
          </a:prstGeom>
          <a:solidFill>
            <a:srgbClr val="FFFDE7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Projector</a:t>
            </a:r>
          </a:p>
        </p:txBody>
      </p: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C2CD16E9-3B7E-CE71-394D-13019EB539F6}"/>
              </a:ext>
            </a:extLst>
          </p:cNvPr>
          <p:cNvCxnSpPr>
            <a:cxnSpLocks/>
            <a:stCxn id="297" idx="3"/>
          </p:cNvCxnSpPr>
          <p:nvPr/>
        </p:nvCxnSpPr>
        <p:spPr>
          <a:xfrm>
            <a:off x="4574330" y="2754694"/>
            <a:ext cx="593968" cy="0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535CDF8E-ED2F-E5B7-29F3-AC69F08351BB}"/>
              </a:ext>
            </a:extLst>
          </p:cNvPr>
          <p:cNvCxnSpPr>
            <a:cxnSpLocks/>
            <a:stCxn id="261" idx="3"/>
          </p:cNvCxnSpPr>
          <p:nvPr/>
        </p:nvCxnSpPr>
        <p:spPr>
          <a:xfrm>
            <a:off x="4574330" y="3639715"/>
            <a:ext cx="593968" cy="0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0F7B9B7A-27DE-A466-5F6C-88117CA823B6}"/>
              </a:ext>
            </a:extLst>
          </p:cNvPr>
          <p:cNvCxnSpPr>
            <a:cxnSpLocks/>
            <a:stCxn id="178" idx="3"/>
          </p:cNvCxnSpPr>
          <p:nvPr/>
        </p:nvCxnSpPr>
        <p:spPr>
          <a:xfrm>
            <a:off x="4574330" y="4525129"/>
            <a:ext cx="593968" cy="0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: Elbow 387">
            <a:extLst>
              <a:ext uri="{FF2B5EF4-FFF2-40B4-BE49-F238E27FC236}">
                <a16:creationId xmlns:a16="http://schemas.microsoft.com/office/drawing/2014/main" id="{873F6DEF-23EE-B823-D1B3-25034DEAAD42}"/>
              </a:ext>
            </a:extLst>
          </p:cNvPr>
          <p:cNvCxnSpPr>
            <a:cxnSpLocks/>
            <a:stCxn id="285" idx="3"/>
          </p:cNvCxnSpPr>
          <p:nvPr/>
        </p:nvCxnSpPr>
        <p:spPr>
          <a:xfrm>
            <a:off x="4834106" y="2314009"/>
            <a:ext cx="336041" cy="3559876"/>
          </a:xfrm>
          <a:prstGeom prst="bentConnector2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L738">
            <a:extLst>
              <a:ext uri="{FF2B5EF4-FFF2-40B4-BE49-F238E27FC236}">
                <a16:creationId xmlns:a16="http://schemas.microsoft.com/office/drawing/2014/main" id="{D765CD08-2348-74C1-67A7-AE65A1E82D42}"/>
              </a:ext>
            </a:extLst>
          </p:cNvPr>
          <p:cNvSpPr/>
          <p:nvPr/>
        </p:nvSpPr>
        <p:spPr>
          <a:xfrm>
            <a:off x="6038903" y="1772089"/>
            <a:ext cx="1524000" cy="165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4A2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Decoder Group 1</a:t>
            </a:r>
          </a:p>
        </p:txBody>
      </p:sp>
      <p:sp>
        <p:nvSpPr>
          <p:cNvPr id="412" name="L736">
            <a:extLst>
              <a:ext uri="{FF2B5EF4-FFF2-40B4-BE49-F238E27FC236}">
                <a16:creationId xmlns:a16="http://schemas.microsoft.com/office/drawing/2014/main" id="{FE56D418-132B-1417-39E1-217236A4D496}"/>
              </a:ext>
            </a:extLst>
          </p:cNvPr>
          <p:cNvSpPr/>
          <p:nvPr/>
        </p:nvSpPr>
        <p:spPr>
          <a:xfrm>
            <a:off x="5688859" y="1480781"/>
            <a:ext cx="1651000" cy="165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4444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Decoder Group x N</a:t>
            </a:r>
          </a:p>
        </p:txBody>
      </p:sp>
      <p:sp>
        <p:nvSpPr>
          <p:cNvPr id="413" name="L734">
            <a:extLst>
              <a:ext uri="{FF2B5EF4-FFF2-40B4-BE49-F238E27FC236}">
                <a16:creationId xmlns:a16="http://schemas.microsoft.com/office/drawing/2014/main" id="{2B160ABC-1A2A-A4D0-09FE-5FE12011F70B}"/>
              </a:ext>
            </a:extLst>
          </p:cNvPr>
          <p:cNvSpPr/>
          <p:nvPr/>
        </p:nvSpPr>
        <p:spPr>
          <a:xfrm>
            <a:off x="5395597" y="1213167"/>
            <a:ext cx="1651000" cy="165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Decoder Group 13</a:t>
            </a:r>
          </a:p>
        </p:txBody>
      </p: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2B68917E-7330-5593-4E18-593D93002FE7}"/>
              </a:ext>
            </a:extLst>
          </p:cNvPr>
          <p:cNvGrpSpPr/>
          <p:nvPr/>
        </p:nvGrpSpPr>
        <p:grpSpPr>
          <a:xfrm>
            <a:off x="6943567" y="5784625"/>
            <a:ext cx="1069544" cy="129540"/>
            <a:chOff x="7630484" y="5941713"/>
            <a:chExt cx="1069544" cy="129540"/>
          </a:xfrm>
        </p:grpSpPr>
        <p:sp>
          <p:nvSpPr>
            <p:cNvPr id="432" name="S527">
              <a:extLst>
                <a:ext uri="{FF2B5EF4-FFF2-40B4-BE49-F238E27FC236}">
                  <a16:creationId xmlns:a16="http://schemas.microsoft.com/office/drawing/2014/main" id="{3041A3EA-1E7E-D30A-54C8-050631310228}"/>
                </a:ext>
              </a:extLst>
            </p:cNvPr>
            <p:cNvSpPr/>
            <p:nvPr/>
          </p:nvSpPr>
          <p:spPr>
            <a:xfrm>
              <a:off x="7630484" y="5941713"/>
              <a:ext cx="129540" cy="129540"/>
            </a:xfrm>
            <a:prstGeom prst="rect">
              <a:avLst/>
            </a:prstGeom>
            <a:solidFill>
              <a:srgbClr val="00B3C1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S527">
              <a:extLst>
                <a:ext uri="{FF2B5EF4-FFF2-40B4-BE49-F238E27FC236}">
                  <a16:creationId xmlns:a16="http://schemas.microsoft.com/office/drawing/2014/main" id="{3927828F-B41F-7CF0-8AED-27C20BF62605}"/>
                </a:ext>
              </a:extLst>
            </p:cNvPr>
            <p:cNvSpPr/>
            <p:nvPr/>
          </p:nvSpPr>
          <p:spPr>
            <a:xfrm>
              <a:off x="7818891" y="5941713"/>
              <a:ext cx="129540" cy="129540"/>
            </a:xfrm>
            <a:prstGeom prst="rect">
              <a:avLst/>
            </a:prstGeom>
            <a:solidFill>
              <a:srgbClr val="00B3C1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S527">
              <a:extLst>
                <a:ext uri="{FF2B5EF4-FFF2-40B4-BE49-F238E27FC236}">
                  <a16:creationId xmlns:a16="http://schemas.microsoft.com/office/drawing/2014/main" id="{54E3F82E-27FF-1F1E-8031-7C934F3AE459}"/>
                </a:ext>
              </a:extLst>
            </p:cNvPr>
            <p:cNvSpPr/>
            <p:nvPr/>
          </p:nvSpPr>
          <p:spPr>
            <a:xfrm>
              <a:off x="8007298" y="5941713"/>
              <a:ext cx="129540" cy="129540"/>
            </a:xfrm>
            <a:prstGeom prst="rect">
              <a:avLst/>
            </a:prstGeom>
            <a:solidFill>
              <a:srgbClr val="00B3C1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S527">
              <a:extLst>
                <a:ext uri="{FF2B5EF4-FFF2-40B4-BE49-F238E27FC236}">
                  <a16:creationId xmlns:a16="http://schemas.microsoft.com/office/drawing/2014/main" id="{B1D179B3-6C7E-933B-C1A8-8D592547BADD}"/>
                </a:ext>
              </a:extLst>
            </p:cNvPr>
            <p:cNvSpPr/>
            <p:nvPr/>
          </p:nvSpPr>
          <p:spPr>
            <a:xfrm>
              <a:off x="8195705" y="5941713"/>
              <a:ext cx="129540" cy="129540"/>
            </a:xfrm>
            <a:prstGeom prst="rect">
              <a:avLst/>
            </a:prstGeom>
            <a:solidFill>
              <a:srgbClr val="00B3C1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S527">
              <a:extLst>
                <a:ext uri="{FF2B5EF4-FFF2-40B4-BE49-F238E27FC236}">
                  <a16:creationId xmlns:a16="http://schemas.microsoft.com/office/drawing/2014/main" id="{E9EC68DE-984F-22FD-B29C-D0B324534238}"/>
                </a:ext>
              </a:extLst>
            </p:cNvPr>
            <p:cNvSpPr/>
            <p:nvPr/>
          </p:nvSpPr>
          <p:spPr>
            <a:xfrm>
              <a:off x="8382081" y="5941713"/>
              <a:ext cx="129540" cy="129540"/>
            </a:xfrm>
            <a:prstGeom prst="rect">
              <a:avLst/>
            </a:prstGeom>
            <a:solidFill>
              <a:srgbClr val="00B3C1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S527">
              <a:extLst>
                <a:ext uri="{FF2B5EF4-FFF2-40B4-BE49-F238E27FC236}">
                  <a16:creationId xmlns:a16="http://schemas.microsoft.com/office/drawing/2014/main" id="{5A585BC5-85CC-AE7C-1A59-99E4A4737082}"/>
                </a:ext>
              </a:extLst>
            </p:cNvPr>
            <p:cNvSpPr/>
            <p:nvPr/>
          </p:nvSpPr>
          <p:spPr>
            <a:xfrm>
              <a:off x="8570488" y="5941713"/>
              <a:ext cx="129540" cy="129540"/>
            </a:xfrm>
            <a:prstGeom prst="rect">
              <a:avLst/>
            </a:prstGeom>
            <a:solidFill>
              <a:srgbClr val="00B3C1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55" name="Connector: Elbow 454">
            <a:extLst>
              <a:ext uri="{FF2B5EF4-FFF2-40B4-BE49-F238E27FC236}">
                <a16:creationId xmlns:a16="http://schemas.microsoft.com/office/drawing/2014/main" id="{C9C84CC3-53C5-0415-F4FC-56861D855FFB}"/>
              </a:ext>
            </a:extLst>
          </p:cNvPr>
          <p:cNvCxnSpPr>
            <a:cxnSpLocks/>
            <a:stCxn id="343" idx="3"/>
            <a:endCxn id="438" idx="1"/>
          </p:cNvCxnSpPr>
          <p:nvPr/>
        </p:nvCxnSpPr>
        <p:spPr>
          <a:xfrm flipV="1">
            <a:off x="5903133" y="5416205"/>
            <a:ext cx="200516" cy="64502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TextBox 463">
            <a:extLst>
              <a:ext uri="{FF2B5EF4-FFF2-40B4-BE49-F238E27FC236}">
                <a16:creationId xmlns:a16="http://schemas.microsoft.com/office/drawing/2014/main" id="{DD1C01E7-3046-C171-67D0-95D30B491536}"/>
              </a:ext>
            </a:extLst>
          </p:cNvPr>
          <p:cNvSpPr txBox="1"/>
          <p:nvPr/>
        </p:nvSpPr>
        <p:spPr>
          <a:xfrm>
            <a:off x="7341507" y="5358607"/>
            <a:ext cx="221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⊕</a:t>
            </a:r>
          </a:p>
        </p:txBody>
      </p:sp>
      <p:sp>
        <p:nvSpPr>
          <p:cNvPr id="465" name="L850">
            <a:extLst>
              <a:ext uri="{FF2B5EF4-FFF2-40B4-BE49-F238E27FC236}">
                <a16:creationId xmlns:a16="http://schemas.microsoft.com/office/drawing/2014/main" id="{99C2D50A-0845-E961-E580-10BB05E8FC57}"/>
              </a:ext>
            </a:extLst>
          </p:cNvPr>
          <p:cNvSpPr/>
          <p:nvPr/>
        </p:nvSpPr>
        <p:spPr>
          <a:xfrm>
            <a:off x="6723831" y="5947548"/>
            <a:ext cx="1460864" cy="145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Embeddings</a:t>
            </a:r>
          </a:p>
        </p:txBody>
      </p: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A97341AB-99FF-242C-CAF0-92C264234C60}"/>
              </a:ext>
            </a:extLst>
          </p:cNvPr>
          <p:cNvCxnSpPr>
            <a:cxnSpLocks/>
          </p:cNvCxnSpPr>
          <p:nvPr/>
        </p:nvCxnSpPr>
        <p:spPr>
          <a:xfrm flipV="1">
            <a:off x="7764033" y="5735641"/>
            <a:ext cx="0" cy="45719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0325B269-801F-824B-6E58-43C9540ADBAF}"/>
              </a:ext>
            </a:extLst>
          </p:cNvPr>
          <p:cNvCxnSpPr>
            <a:cxnSpLocks/>
          </p:cNvCxnSpPr>
          <p:nvPr/>
        </p:nvCxnSpPr>
        <p:spPr>
          <a:xfrm flipV="1">
            <a:off x="7578630" y="5735641"/>
            <a:ext cx="0" cy="45719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469">
            <a:extLst>
              <a:ext uri="{FF2B5EF4-FFF2-40B4-BE49-F238E27FC236}">
                <a16:creationId xmlns:a16="http://schemas.microsoft.com/office/drawing/2014/main" id="{C23E62EC-3B99-1400-DDCE-672795BFDEBD}"/>
              </a:ext>
            </a:extLst>
          </p:cNvPr>
          <p:cNvCxnSpPr>
            <a:cxnSpLocks/>
          </p:cNvCxnSpPr>
          <p:nvPr/>
        </p:nvCxnSpPr>
        <p:spPr>
          <a:xfrm flipV="1">
            <a:off x="7389515" y="5735641"/>
            <a:ext cx="0" cy="45719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Arrow Connector 470">
            <a:extLst>
              <a:ext uri="{FF2B5EF4-FFF2-40B4-BE49-F238E27FC236}">
                <a16:creationId xmlns:a16="http://schemas.microsoft.com/office/drawing/2014/main" id="{817F4A74-E169-C570-E16A-D61E32B95879}"/>
              </a:ext>
            </a:extLst>
          </p:cNvPr>
          <p:cNvCxnSpPr>
            <a:cxnSpLocks/>
          </p:cNvCxnSpPr>
          <p:nvPr/>
        </p:nvCxnSpPr>
        <p:spPr>
          <a:xfrm flipV="1">
            <a:off x="7200843" y="5735641"/>
            <a:ext cx="0" cy="45719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: Elbow 499">
            <a:extLst>
              <a:ext uri="{FF2B5EF4-FFF2-40B4-BE49-F238E27FC236}">
                <a16:creationId xmlns:a16="http://schemas.microsoft.com/office/drawing/2014/main" id="{9CCAF679-1D8B-1BD6-C04E-97158516BD8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17368" y="5448816"/>
            <a:ext cx="229921" cy="443868"/>
          </a:xfrm>
          <a:prstGeom prst="bentConnector3">
            <a:avLst>
              <a:gd name="adj1" fmla="val 50000"/>
            </a:avLst>
          </a:prstGeom>
          <a:ln w="9525">
            <a:solidFill>
              <a:schemeClr val="bg2">
                <a:lumMod val="1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: Elbow 502">
            <a:extLst>
              <a:ext uri="{FF2B5EF4-FFF2-40B4-BE49-F238E27FC236}">
                <a16:creationId xmlns:a16="http://schemas.microsoft.com/office/drawing/2014/main" id="{33C9DD57-4B69-DE3A-E78E-FFBFBA49776F}"/>
              </a:ext>
            </a:extLst>
          </p:cNvPr>
          <p:cNvCxnSpPr>
            <a:cxnSpLocks/>
            <a:stCxn id="437" idx="0"/>
          </p:cNvCxnSpPr>
          <p:nvPr/>
        </p:nvCxnSpPr>
        <p:spPr>
          <a:xfrm rot="16200000" flipV="1">
            <a:off x="7678141" y="5514624"/>
            <a:ext cx="50400" cy="489600"/>
          </a:xfrm>
          <a:prstGeom prst="bentConnector2">
            <a:avLst/>
          </a:prstGeom>
          <a:ln w="9525">
            <a:solidFill>
              <a:schemeClr val="bg2">
                <a:lumMod val="10000"/>
              </a:schemeClr>
            </a:solidFill>
            <a:tailEnd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Arrow Connector 511">
            <a:extLst>
              <a:ext uri="{FF2B5EF4-FFF2-40B4-BE49-F238E27FC236}">
                <a16:creationId xmlns:a16="http://schemas.microsoft.com/office/drawing/2014/main" id="{D8CA6D41-B547-761E-B5F9-0E2FC0449472}"/>
              </a:ext>
            </a:extLst>
          </p:cNvPr>
          <p:cNvCxnSpPr>
            <a:cxnSpLocks/>
          </p:cNvCxnSpPr>
          <p:nvPr/>
        </p:nvCxnSpPr>
        <p:spPr>
          <a:xfrm>
            <a:off x="6906340" y="5498123"/>
            <a:ext cx="493485" cy="0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843B2CB3-CEE4-22BE-B774-69239C7A545E}"/>
              </a:ext>
            </a:extLst>
          </p:cNvPr>
          <p:cNvGrpSpPr/>
          <p:nvPr/>
        </p:nvGrpSpPr>
        <p:grpSpPr>
          <a:xfrm>
            <a:off x="6221096" y="4051320"/>
            <a:ext cx="1912559" cy="1208190"/>
            <a:chOff x="6578600" y="3048000"/>
            <a:chExt cx="1288823" cy="1651000"/>
          </a:xfrm>
          <a:solidFill>
            <a:srgbClr val="FFFDE7"/>
          </a:solidFill>
        </p:grpSpPr>
        <p:sp>
          <p:nvSpPr>
            <p:cNvPr id="517" name="S800">
              <a:extLst>
                <a:ext uri="{FF2B5EF4-FFF2-40B4-BE49-F238E27FC236}">
                  <a16:creationId xmlns:a16="http://schemas.microsoft.com/office/drawing/2014/main" id="{2F2A0521-1839-D5E9-28CE-8922ADCD34ED}"/>
                </a:ext>
              </a:extLst>
            </p:cNvPr>
            <p:cNvSpPr/>
            <p:nvPr/>
          </p:nvSpPr>
          <p:spPr>
            <a:xfrm>
              <a:off x="6578600" y="3048000"/>
              <a:ext cx="1288823" cy="1651000"/>
            </a:xfrm>
            <a:prstGeom prst="roundRect">
              <a:avLst>
                <a:gd name="adj" fmla="val 5000"/>
              </a:avLst>
            </a:prstGeom>
            <a:grpFill/>
            <a:ln w="12700">
              <a:solidFill>
                <a:srgbClr val="9B6BBF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L801">
              <a:extLst>
                <a:ext uri="{FF2B5EF4-FFF2-40B4-BE49-F238E27FC236}">
                  <a16:creationId xmlns:a16="http://schemas.microsoft.com/office/drawing/2014/main" id="{281A492C-492B-0049-0552-316ECF234F85}"/>
                </a:ext>
              </a:extLst>
            </p:cNvPr>
            <p:cNvSpPr/>
            <p:nvPr/>
          </p:nvSpPr>
          <p:spPr>
            <a:xfrm>
              <a:off x="6592095" y="3121615"/>
              <a:ext cx="698500" cy="165100"/>
            </a:xfrm>
            <a:prstGeom prst="rect">
              <a:avLst/>
            </a:prstGeom>
            <a:grpFill/>
            <a:ln w="0">
              <a:noFill/>
            </a:ln>
          </p:spPr>
          <p:txBody>
            <a:bodyPr wrap="square" lIns="0" tIns="0" rIns="0" bIns="0" anchor="ctr"/>
            <a:lstStyle/>
            <a:p>
              <a:pPr algn="l"/>
              <a:r>
                <a:rPr lang="en-US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Layer 1</a:t>
              </a:r>
            </a:p>
          </p:txBody>
        </p:sp>
      </p:grpSp>
      <p:sp>
        <p:nvSpPr>
          <p:cNvPr id="520" name="S802">
            <a:extLst>
              <a:ext uri="{FF2B5EF4-FFF2-40B4-BE49-F238E27FC236}">
                <a16:creationId xmlns:a16="http://schemas.microsoft.com/office/drawing/2014/main" id="{A6AAB5FE-E15A-80D8-5CA1-E33C19AAE615}"/>
              </a:ext>
            </a:extLst>
          </p:cNvPr>
          <p:cNvSpPr/>
          <p:nvPr/>
        </p:nvSpPr>
        <p:spPr>
          <a:xfrm>
            <a:off x="6787514" y="4133382"/>
            <a:ext cx="1210561" cy="2286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 Forward</a:t>
            </a:r>
          </a:p>
        </p:txBody>
      </p:sp>
      <p:sp>
        <p:nvSpPr>
          <p:cNvPr id="521" name="S803">
            <a:extLst>
              <a:ext uri="{FF2B5EF4-FFF2-40B4-BE49-F238E27FC236}">
                <a16:creationId xmlns:a16="http://schemas.microsoft.com/office/drawing/2014/main" id="{0FE46278-D0F3-1378-5615-74FC3C237B4D}"/>
              </a:ext>
            </a:extLst>
          </p:cNvPr>
          <p:cNvSpPr/>
          <p:nvPr/>
        </p:nvSpPr>
        <p:spPr>
          <a:xfrm>
            <a:off x="6284536" y="4527076"/>
            <a:ext cx="1817429" cy="2286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Deformable Cross Attend</a:t>
            </a:r>
          </a:p>
        </p:txBody>
      </p:sp>
      <p:sp>
        <p:nvSpPr>
          <p:cNvPr id="522" name="S804">
            <a:extLst>
              <a:ext uri="{FF2B5EF4-FFF2-40B4-BE49-F238E27FC236}">
                <a16:creationId xmlns:a16="http://schemas.microsoft.com/office/drawing/2014/main" id="{138714FA-7EFD-422F-C921-BB4C55B23A06}"/>
              </a:ext>
            </a:extLst>
          </p:cNvPr>
          <p:cNvSpPr/>
          <p:nvPr/>
        </p:nvSpPr>
        <p:spPr>
          <a:xfrm>
            <a:off x="6843817" y="4921356"/>
            <a:ext cx="1107056" cy="22963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 Attention</a:t>
            </a:r>
          </a:p>
        </p:txBody>
      </p:sp>
      <p:cxnSp>
        <p:nvCxnSpPr>
          <p:cNvPr id="524" name="Straight Arrow Connector 523">
            <a:extLst>
              <a:ext uri="{FF2B5EF4-FFF2-40B4-BE49-F238E27FC236}">
                <a16:creationId xmlns:a16="http://schemas.microsoft.com/office/drawing/2014/main" id="{E19D4788-8FD5-D74A-87F3-1B2121208FB9}"/>
              </a:ext>
            </a:extLst>
          </p:cNvPr>
          <p:cNvCxnSpPr>
            <a:cxnSpLocks/>
          </p:cNvCxnSpPr>
          <p:nvPr/>
        </p:nvCxnSpPr>
        <p:spPr>
          <a:xfrm flipV="1">
            <a:off x="7454263" y="5152073"/>
            <a:ext cx="0" cy="285877"/>
          </a:xfrm>
          <a:prstGeom prst="straightConnector1">
            <a:avLst/>
          </a:prstGeom>
          <a:ln w="9525">
            <a:solidFill>
              <a:schemeClr val="bg2">
                <a:lumMod val="1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C4383670-BDC4-CEFC-5DE8-F7DCF0766A6C}"/>
              </a:ext>
            </a:extLst>
          </p:cNvPr>
          <p:cNvGrpSpPr/>
          <p:nvPr/>
        </p:nvGrpSpPr>
        <p:grpSpPr>
          <a:xfrm>
            <a:off x="6863183" y="3804964"/>
            <a:ext cx="1069544" cy="129540"/>
            <a:chOff x="7668916" y="4025567"/>
            <a:chExt cx="1069544" cy="129540"/>
          </a:xfrm>
        </p:grpSpPr>
        <p:sp>
          <p:nvSpPr>
            <p:cNvPr id="572" name="S527">
              <a:extLst>
                <a:ext uri="{FF2B5EF4-FFF2-40B4-BE49-F238E27FC236}">
                  <a16:creationId xmlns:a16="http://schemas.microsoft.com/office/drawing/2014/main" id="{7E941C26-742A-199C-09FF-BFF9463BBCCF}"/>
                </a:ext>
              </a:extLst>
            </p:cNvPr>
            <p:cNvSpPr/>
            <p:nvPr/>
          </p:nvSpPr>
          <p:spPr>
            <a:xfrm>
              <a:off x="7668916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3" name="S527">
              <a:extLst>
                <a:ext uri="{FF2B5EF4-FFF2-40B4-BE49-F238E27FC236}">
                  <a16:creationId xmlns:a16="http://schemas.microsoft.com/office/drawing/2014/main" id="{73518C87-1A65-5715-F313-3D66B0D81659}"/>
                </a:ext>
              </a:extLst>
            </p:cNvPr>
            <p:cNvSpPr/>
            <p:nvPr/>
          </p:nvSpPr>
          <p:spPr>
            <a:xfrm>
              <a:off x="7857323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4" name="S527">
              <a:extLst>
                <a:ext uri="{FF2B5EF4-FFF2-40B4-BE49-F238E27FC236}">
                  <a16:creationId xmlns:a16="http://schemas.microsoft.com/office/drawing/2014/main" id="{A74A7266-C76F-71AA-462E-0003D2F71F57}"/>
                </a:ext>
              </a:extLst>
            </p:cNvPr>
            <p:cNvSpPr/>
            <p:nvPr/>
          </p:nvSpPr>
          <p:spPr>
            <a:xfrm>
              <a:off x="8045730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5" name="S527">
              <a:extLst>
                <a:ext uri="{FF2B5EF4-FFF2-40B4-BE49-F238E27FC236}">
                  <a16:creationId xmlns:a16="http://schemas.microsoft.com/office/drawing/2014/main" id="{940D8B4D-D102-BAC6-BB52-6C918C48B387}"/>
                </a:ext>
              </a:extLst>
            </p:cNvPr>
            <p:cNvSpPr/>
            <p:nvPr/>
          </p:nvSpPr>
          <p:spPr>
            <a:xfrm>
              <a:off x="8234137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6" name="S527">
              <a:extLst>
                <a:ext uri="{FF2B5EF4-FFF2-40B4-BE49-F238E27FC236}">
                  <a16:creationId xmlns:a16="http://schemas.microsoft.com/office/drawing/2014/main" id="{DE61690E-B835-A1E6-8AF6-4D52EEB2EC79}"/>
                </a:ext>
              </a:extLst>
            </p:cNvPr>
            <p:cNvSpPr/>
            <p:nvPr/>
          </p:nvSpPr>
          <p:spPr>
            <a:xfrm>
              <a:off x="8420513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7" name="S527">
              <a:extLst>
                <a:ext uri="{FF2B5EF4-FFF2-40B4-BE49-F238E27FC236}">
                  <a16:creationId xmlns:a16="http://schemas.microsoft.com/office/drawing/2014/main" id="{DDB23412-3C54-1E72-1FA4-6EACC77E7661}"/>
                </a:ext>
              </a:extLst>
            </p:cNvPr>
            <p:cNvSpPr/>
            <p:nvPr/>
          </p:nvSpPr>
          <p:spPr>
            <a:xfrm>
              <a:off x="8608920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00" name="Group 599">
            <a:extLst>
              <a:ext uri="{FF2B5EF4-FFF2-40B4-BE49-F238E27FC236}">
                <a16:creationId xmlns:a16="http://schemas.microsoft.com/office/drawing/2014/main" id="{4C2F6976-C8AD-AB2E-FE3C-2FBD646E9833}"/>
              </a:ext>
            </a:extLst>
          </p:cNvPr>
          <p:cNvGrpSpPr/>
          <p:nvPr/>
        </p:nvGrpSpPr>
        <p:grpSpPr>
          <a:xfrm>
            <a:off x="6925022" y="3936141"/>
            <a:ext cx="939516" cy="190500"/>
            <a:chOff x="7733930" y="4163094"/>
            <a:chExt cx="939516" cy="190500"/>
          </a:xfrm>
        </p:grpSpPr>
        <p:cxnSp>
          <p:nvCxnSpPr>
            <p:cNvPr id="579" name="Straight Arrow Connector 578">
              <a:extLst>
                <a:ext uri="{FF2B5EF4-FFF2-40B4-BE49-F238E27FC236}">
                  <a16:creationId xmlns:a16="http://schemas.microsoft.com/office/drawing/2014/main" id="{259F54A7-95C4-95E1-5E75-7C67945E5A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3446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Arrow Connector 579">
              <a:extLst>
                <a:ext uri="{FF2B5EF4-FFF2-40B4-BE49-F238E27FC236}">
                  <a16:creationId xmlns:a16="http://schemas.microsoft.com/office/drawing/2014/main" id="{8C339451-D4BE-F848-A3E7-4336FD826D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9093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Arrow Connector 580">
              <a:extLst>
                <a:ext uri="{FF2B5EF4-FFF2-40B4-BE49-F238E27FC236}">
                  <a16:creationId xmlns:a16="http://schemas.microsoft.com/office/drawing/2014/main" id="{A20202FA-E173-1C3F-2601-25E5BDF694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071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Arrow Connector 581">
              <a:extLst>
                <a:ext uri="{FF2B5EF4-FFF2-40B4-BE49-F238E27FC236}">
                  <a16:creationId xmlns:a16="http://schemas.microsoft.com/office/drawing/2014/main" id="{C8BA869F-B595-A823-00B5-5AAD2550B7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1718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Arrow Connector 582">
              <a:extLst>
                <a:ext uri="{FF2B5EF4-FFF2-40B4-BE49-F238E27FC236}">
                  <a16:creationId xmlns:a16="http://schemas.microsoft.com/office/drawing/2014/main" id="{19EBB680-34A8-B3A7-131A-443135EEF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5903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Arrow Connector 583">
              <a:extLst>
                <a:ext uri="{FF2B5EF4-FFF2-40B4-BE49-F238E27FC236}">
                  <a16:creationId xmlns:a16="http://schemas.microsoft.com/office/drawing/2014/main" id="{5D240773-CFF7-2BD6-1E1F-E495EBAF2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3930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44F93D5E-BC5B-0FA6-91DB-7A44009F285D}"/>
              </a:ext>
            </a:extLst>
          </p:cNvPr>
          <p:cNvGrpSpPr/>
          <p:nvPr/>
        </p:nvGrpSpPr>
        <p:grpSpPr>
          <a:xfrm>
            <a:off x="6925022" y="3605897"/>
            <a:ext cx="939516" cy="190500"/>
            <a:chOff x="7733930" y="3832850"/>
            <a:chExt cx="939516" cy="190500"/>
          </a:xfrm>
        </p:grpSpPr>
        <p:cxnSp>
          <p:nvCxnSpPr>
            <p:cNvPr id="590" name="Straight Arrow Connector 589">
              <a:extLst>
                <a:ext uri="{FF2B5EF4-FFF2-40B4-BE49-F238E27FC236}">
                  <a16:creationId xmlns:a16="http://schemas.microsoft.com/office/drawing/2014/main" id="{67299ECD-8451-91D9-66D0-AE069E665A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3446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Arrow Connector 590">
              <a:extLst>
                <a:ext uri="{FF2B5EF4-FFF2-40B4-BE49-F238E27FC236}">
                  <a16:creationId xmlns:a16="http://schemas.microsoft.com/office/drawing/2014/main" id="{5C7B8984-31BF-AA5B-F2F8-70635F91FA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9093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Arrow Connector 591">
              <a:extLst>
                <a:ext uri="{FF2B5EF4-FFF2-40B4-BE49-F238E27FC236}">
                  <a16:creationId xmlns:a16="http://schemas.microsoft.com/office/drawing/2014/main" id="{373B84A1-59FD-7A56-0924-5A47A3CC7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071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Straight Arrow Connector 592">
              <a:extLst>
                <a:ext uri="{FF2B5EF4-FFF2-40B4-BE49-F238E27FC236}">
                  <a16:creationId xmlns:a16="http://schemas.microsoft.com/office/drawing/2014/main" id="{0E1F7A79-5D80-F1A8-E6DD-16A3FEC421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1718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Arrow Connector 593">
              <a:extLst>
                <a:ext uri="{FF2B5EF4-FFF2-40B4-BE49-F238E27FC236}">
                  <a16:creationId xmlns:a16="http://schemas.microsoft.com/office/drawing/2014/main" id="{61370E8B-CB86-6FC7-2AE9-68CD2C5CA5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5903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Arrow Connector 594">
              <a:extLst>
                <a:ext uri="{FF2B5EF4-FFF2-40B4-BE49-F238E27FC236}">
                  <a16:creationId xmlns:a16="http://schemas.microsoft.com/office/drawing/2014/main" id="{743AC609-ED3D-3CCF-2D92-9BAEF5C3B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3930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3" name="Group 602">
            <a:extLst>
              <a:ext uri="{FF2B5EF4-FFF2-40B4-BE49-F238E27FC236}">
                <a16:creationId xmlns:a16="http://schemas.microsoft.com/office/drawing/2014/main" id="{56946070-588E-8EF7-BAF8-AAAF9884293D}"/>
              </a:ext>
            </a:extLst>
          </p:cNvPr>
          <p:cNvGrpSpPr/>
          <p:nvPr/>
        </p:nvGrpSpPr>
        <p:grpSpPr>
          <a:xfrm>
            <a:off x="6939459" y="4368413"/>
            <a:ext cx="939516" cy="152933"/>
            <a:chOff x="7733930" y="4163094"/>
            <a:chExt cx="939516" cy="190500"/>
          </a:xfrm>
        </p:grpSpPr>
        <p:cxnSp>
          <p:nvCxnSpPr>
            <p:cNvPr id="604" name="Straight Arrow Connector 603">
              <a:extLst>
                <a:ext uri="{FF2B5EF4-FFF2-40B4-BE49-F238E27FC236}">
                  <a16:creationId xmlns:a16="http://schemas.microsoft.com/office/drawing/2014/main" id="{6C76982E-0D15-3DA8-6099-45C0EBC80B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3446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Arrow Connector 604">
              <a:extLst>
                <a:ext uri="{FF2B5EF4-FFF2-40B4-BE49-F238E27FC236}">
                  <a16:creationId xmlns:a16="http://schemas.microsoft.com/office/drawing/2014/main" id="{81556996-5142-A07E-BDEB-AE4891FB04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9093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Arrow Connector 605">
              <a:extLst>
                <a:ext uri="{FF2B5EF4-FFF2-40B4-BE49-F238E27FC236}">
                  <a16:creationId xmlns:a16="http://schemas.microsoft.com/office/drawing/2014/main" id="{BD93F338-1F33-9F1D-5FA7-9CC0F8C46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071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Arrow Connector 606">
              <a:extLst>
                <a:ext uri="{FF2B5EF4-FFF2-40B4-BE49-F238E27FC236}">
                  <a16:creationId xmlns:a16="http://schemas.microsoft.com/office/drawing/2014/main" id="{9FD80556-C17D-BAAC-4E32-F73B163657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1718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Arrow Connector 607">
              <a:extLst>
                <a:ext uri="{FF2B5EF4-FFF2-40B4-BE49-F238E27FC236}">
                  <a16:creationId xmlns:a16="http://schemas.microsoft.com/office/drawing/2014/main" id="{F1285C56-6E21-8112-5D22-79005FFA5C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5903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Arrow Connector 608">
              <a:extLst>
                <a:ext uri="{FF2B5EF4-FFF2-40B4-BE49-F238E27FC236}">
                  <a16:creationId xmlns:a16="http://schemas.microsoft.com/office/drawing/2014/main" id="{EEE6BE3B-EB5E-D864-39C1-B85FE70BF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3930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0" name="Group 609">
            <a:extLst>
              <a:ext uri="{FF2B5EF4-FFF2-40B4-BE49-F238E27FC236}">
                <a16:creationId xmlns:a16="http://schemas.microsoft.com/office/drawing/2014/main" id="{2E75124E-0531-9D6B-B987-81C0D3B07B81}"/>
              </a:ext>
            </a:extLst>
          </p:cNvPr>
          <p:cNvGrpSpPr/>
          <p:nvPr/>
        </p:nvGrpSpPr>
        <p:grpSpPr>
          <a:xfrm>
            <a:off x="6939459" y="4762457"/>
            <a:ext cx="939516" cy="152933"/>
            <a:chOff x="7733930" y="4163094"/>
            <a:chExt cx="939516" cy="190500"/>
          </a:xfrm>
        </p:grpSpPr>
        <p:cxnSp>
          <p:nvCxnSpPr>
            <p:cNvPr id="611" name="Straight Arrow Connector 610">
              <a:extLst>
                <a:ext uri="{FF2B5EF4-FFF2-40B4-BE49-F238E27FC236}">
                  <a16:creationId xmlns:a16="http://schemas.microsoft.com/office/drawing/2014/main" id="{DDC10F48-4199-289F-46EA-6E6D9EE2C4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3446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Arrow Connector 611">
              <a:extLst>
                <a:ext uri="{FF2B5EF4-FFF2-40B4-BE49-F238E27FC236}">
                  <a16:creationId xmlns:a16="http://schemas.microsoft.com/office/drawing/2014/main" id="{C8C18070-63A4-BFF6-EBE6-3F6A7B40E5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9093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Arrow Connector 612">
              <a:extLst>
                <a:ext uri="{FF2B5EF4-FFF2-40B4-BE49-F238E27FC236}">
                  <a16:creationId xmlns:a16="http://schemas.microsoft.com/office/drawing/2014/main" id="{2889888E-2719-3FD2-704B-2FA1EC597D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071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Arrow Connector 613">
              <a:extLst>
                <a:ext uri="{FF2B5EF4-FFF2-40B4-BE49-F238E27FC236}">
                  <a16:creationId xmlns:a16="http://schemas.microsoft.com/office/drawing/2014/main" id="{0953B282-83C9-D423-86A4-93054DE1BA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1718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Arrow Connector 614">
              <a:extLst>
                <a:ext uri="{FF2B5EF4-FFF2-40B4-BE49-F238E27FC236}">
                  <a16:creationId xmlns:a16="http://schemas.microsoft.com/office/drawing/2014/main" id="{5DA5DD44-2CA3-14E1-9D96-0CFF993EFF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5903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Arrow Connector 615">
              <a:extLst>
                <a:ext uri="{FF2B5EF4-FFF2-40B4-BE49-F238E27FC236}">
                  <a16:creationId xmlns:a16="http://schemas.microsoft.com/office/drawing/2014/main" id="{D6D38E68-8963-D514-2521-E56DC309BA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3930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1" name="S609">
            <a:extLst>
              <a:ext uri="{FF2B5EF4-FFF2-40B4-BE49-F238E27FC236}">
                <a16:creationId xmlns:a16="http://schemas.microsoft.com/office/drawing/2014/main" id="{9FA5C4ED-1C08-BAEB-BB97-4DC0FE8DAD1D}"/>
              </a:ext>
            </a:extLst>
          </p:cNvPr>
          <p:cNvSpPr/>
          <p:nvPr/>
        </p:nvSpPr>
        <p:spPr>
          <a:xfrm>
            <a:off x="6221097" y="3250012"/>
            <a:ext cx="1808940" cy="355600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2700">
            <a:solidFill>
              <a:srgbClr val="9B6BBF"/>
            </a:solidFill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2" name="L610">
            <a:extLst>
              <a:ext uri="{FF2B5EF4-FFF2-40B4-BE49-F238E27FC236}">
                <a16:creationId xmlns:a16="http://schemas.microsoft.com/office/drawing/2014/main" id="{5F4FBE13-C7BC-5637-650C-1343DF6CD28C}"/>
              </a:ext>
            </a:extLst>
          </p:cNvPr>
          <p:cNvSpPr/>
          <p:nvPr/>
        </p:nvSpPr>
        <p:spPr>
          <a:xfrm>
            <a:off x="6284535" y="3381593"/>
            <a:ext cx="759933" cy="139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 x N</a:t>
            </a:r>
          </a:p>
        </p:txBody>
      </p:sp>
      <p:sp>
        <p:nvSpPr>
          <p:cNvPr id="627" name="S609">
            <a:extLst>
              <a:ext uri="{FF2B5EF4-FFF2-40B4-BE49-F238E27FC236}">
                <a16:creationId xmlns:a16="http://schemas.microsoft.com/office/drawing/2014/main" id="{7E93FE1F-20AB-0CD0-3DE4-78D5E77B0415}"/>
              </a:ext>
            </a:extLst>
          </p:cNvPr>
          <p:cNvSpPr/>
          <p:nvPr/>
        </p:nvSpPr>
        <p:spPr>
          <a:xfrm>
            <a:off x="6221097" y="2366642"/>
            <a:ext cx="1808940" cy="355600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2700">
            <a:solidFill>
              <a:srgbClr val="9B6BBF"/>
            </a:solidFill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8" name="L610">
            <a:extLst>
              <a:ext uri="{FF2B5EF4-FFF2-40B4-BE49-F238E27FC236}">
                <a16:creationId xmlns:a16="http://schemas.microsoft.com/office/drawing/2014/main" id="{DE22C6E9-79E6-54B0-016D-AC8741284DFB}"/>
              </a:ext>
            </a:extLst>
          </p:cNvPr>
          <p:cNvSpPr/>
          <p:nvPr/>
        </p:nvSpPr>
        <p:spPr>
          <a:xfrm>
            <a:off x="6284536" y="2472491"/>
            <a:ext cx="635000" cy="165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Layer 6</a:t>
            </a:r>
          </a:p>
        </p:txBody>
      </p: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C487B8E6-7888-BFB7-8AAB-7C04CE78F675}"/>
              </a:ext>
            </a:extLst>
          </p:cNvPr>
          <p:cNvGrpSpPr/>
          <p:nvPr/>
        </p:nvGrpSpPr>
        <p:grpSpPr>
          <a:xfrm>
            <a:off x="6863974" y="2922546"/>
            <a:ext cx="1069544" cy="129540"/>
            <a:chOff x="7668916" y="4025567"/>
            <a:chExt cx="1069544" cy="129540"/>
          </a:xfrm>
        </p:grpSpPr>
        <p:sp>
          <p:nvSpPr>
            <p:cNvPr id="630" name="S527">
              <a:extLst>
                <a:ext uri="{FF2B5EF4-FFF2-40B4-BE49-F238E27FC236}">
                  <a16:creationId xmlns:a16="http://schemas.microsoft.com/office/drawing/2014/main" id="{0DA076F5-52B7-32AE-F03D-ABB73287BC4C}"/>
                </a:ext>
              </a:extLst>
            </p:cNvPr>
            <p:cNvSpPr/>
            <p:nvPr/>
          </p:nvSpPr>
          <p:spPr>
            <a:xfrm>
              <a:off x="7668916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S527">
              <a:extLst>
                <a:ext uri="{FF2B5EF4-FFF2-40B4-BE49-F238E27FC236}">
                  <a16:creationId xmlns:a16="http://schemas.microsoft.com/office/drawing/2014/main" id="{3827D07A-244A-455B-C07C-F0804316D896}"/>
                </a:ext>
              </a:extLst>
            </p:cNvPr>
            <p:cNvSpPr/>
            <p:nvPr/>
          </p:nvSpPr>
          <p:spPr>
            <a:xfrm>
              <a:off x="7857323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S527">
              <a:extLst>
                <a:ext uri="{FF2B5EF4-FFF2-40B4-BE49-F238E27FC236}">
                  <a16:creationId xmlns:a16="http://schemas.microsoft.com/office/drawing/2014/main" id="{36844689-EBDC-30F4-B99F-674A63DF7040}"/>
                </a:ext>
              </a:extLst>
            </p:cNvPr>
            <p:cNvSpPr/>
            <p:nvPr/>
          </p:nvSpPr>
          <p:spPr>
            <a:xfrm>
              <a:off x="8045730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S527">
              <a:extLst>
                <a:ext uri="{FF2B5EF4-FFF2-40B4-BE49-F238E27FC236}">
                  <a16:creationId xmlns:a16="http://schemas.microsoft.com/office/drawing/2014/main" id="{05CCCE25-F53B-9819-DAAE-D0E60D9BDE06}"/>
                </a:ext>
              </a:extLst>
            </p:cNvPr>
            <p:cNvSpPr/>
            <p:nvPr/>
          </p:nvSpPr>
          <p:spPr>
            <a:xfrm>
              <a:off x="8234137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S527">
              <a:extLst>
                <a:ext uri="{FF2B5EF4-FFF2-40B4-BE49-F238E27FC236}">
                  <a16:creationId xmlns:a16="http://schemas.microsoft.com/office/drawing/2014/main" id="{927BE772-457F-6C22-AE3C-6D21253D42C8}"/>
                </a:ext>
              </a:extLst>
            </p:cNvPr>
            <p:cNvSpPr/>
            <p:nvPr/>
          </p:nvSpPr>
          <p:spPr>
            <a:xfrm>
              <a:off x="8420513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S527">
              <a:extLst>
                <a:ext uri="{FF2B5EF4-FFF2-40B4-BE49-F238E27FC236}">
                  <a16:creationId xmlns:a16="http://schemas.microsoft.com/office/drawing/2014/main" id="{2CB350D9-985C-D553-B708-19DC55728D45}"/>
                </a:ext>
              </a:extLst>
            </p:cNvPr>
            <p:cNvSpPr/>
            <p:nvPr/>
          </p:nvSpPr>
          <p:spPr>
            <a:xfrm>
              <a:off x="8608920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74A6E799-9A23-296B-0B56-D7F5607D2A2F}"/>
              </a:ext>
            </a:extLst>
          </p:cNvPr>
          <p:cNvGrpSpPr/>
          <p:nvPr/>
        </p:nvGrpSpPr>
        <p:grpSpPr>
          <a:xfrm>
            <a:off x="6927372" y="3055880"/>
            <a:ext cx="939516" cy="190500"/>
            <a:chOff x="7733930" y="4163094"/>
            <a:chExt cx="939516" cy="190500"/>
          </a:xfrm>
        </p:grpSpPr>
        <p:cxnSp>
          <p:nvCxnSpPr>
            <p:cNvPr id="637" name="Straight Arrow Connector 636">
              <a:extLst>
                <a:ext uri="{FF2B5EF4-FFF2-40B4-BE49-F238E27FC236}">
                  <a16:creationId xmlns:a16="http://schemas.microsoft.com/office/drawing/2014/main" id="{02FC2CC1-54C8-C070-E375-B7D482A34D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3446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1B71632B-EE1E-32AA-B64E-E92B434150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9093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D05B567E-CD0B-D423-676D-5DBB76AD34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071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Arrow Connector 639">
              <a:extLst>
                <a:ext uri="{FF2B5EF4-FFF2-40B4-BE49-F238E27FC236}">
                  <a16:creationId xmlns:a16="http://schemas.microsoft.com/office/drawing/2014/main" id="{98FC7F2C-2870-D490-8CD0-FE65CA89E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1718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Arrow Connector 640">
              <a:extLst>
                <a:ext uri="{FF2B5EF4-FFF2-40B4-BE49-F238E27FC236}">
                  <a16:creationId xmlns:a16="http://schemas.microsoft.com/office/drawing/2014/main" id="{179853CC-C717-7E34-BCC3-F1FE71EC9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5903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Arrow Connector 641">
              <a:extLst>
                <a:ext uri="{FF2B5EF4-FFF2-40B4-BE49-F238E27FC236}">
                  <a16:creationId xmlns:a16="http://schemas.microsoft.com/office/drawing/2014/main" id="{5943EAE2-29D9-5796-763F-CE5DEAD5A8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3930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1DC799DC-CB88-D7E4-BF60-DF41E4F0076B}"/>
              </a:ext>
            </a:extLst>
          </p:cNvPr>
          <p:cNvGrpSpPr/>
          <p:nvPr/>
        </p:nvGrpSpPr>
        <p:grpSpPr>
          <a:xfrm>
            <a:off x="6927372" y="2725636"/>
            <a:ext cx="939516" cy="190500"/>
            <a:chOff x="7733930" y="3832850"/>
            <a:chExt cx="939516" cy="190500"/>
          </a:xfrm>
        </p:grpSpPr>
        <p:cxnSp>
          <p:nvCxnSpPr>
            <p:cNvPr id="644" name="Straight Arrow Connector 643">
              <a:extLst>
                <a:ext uri="{FF2B5EF4-FFF2-40B4-BE49-F238E27FC236}">
                  <a16:creationId xmlns:a16="http://schemas.microsoft.com/office/drawing/2014/main" id="{2B9FD15B-7EA1-7A9B-4131-C94A0D41A1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3446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Arrow Connector 644">
              <a:extLst>
                <a:ext uri="{FF2B5EF4-FFF2-40B4-BE49-F238E27FC236}">
                  <a16:creationId xmlns:a16="http://schemas.microsoft.com/office/drawing/2014/main" id="{6A52DACA-D42A-A9DC-C433-1B7DA4ABB8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9093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Arrow Connector 645">
              <a:extLst>
                <a:ext uri="{FF2B5EF4-FFF2-40B4-BE49-F238E27FC236}">
                  <a16:creationId xmlns:a16="http://schemas.microsoft.com/office/drawing/2014/main" id="{AE41A51D-D2F3-E4D3-DD8A-3C3FEF7F81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071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Arrow Connector 646">
              <a:extLst>
                <a:ext uri="{FF2B5EF4-FFF2-40B4-BE49-F238E27FC236}">
                  <a16:creationId xmlns:a16="http://schemas.microsoft.com/office/drawing/2014/main" id="{2229BF08-6096-3990-B797-AFF5D226D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1718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Arrow Connector 647">
              <a:extLst>
                <a:ext uri="{FF2B5EF4-FFF2-40B4-BE49-F238E27FC236}">
                  <a16:creationId xmlns:a16="http://schemas.microsoft.com/office/drawing/2014/main" id="{D7636ACF-AAD4-EE06-0177-548EA0BE83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5903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Arrow Connector 648">
              <a:extLst>
                <a:ext uri="{FF2B5EF4-FFF2-40B4-BE49-F238E27FC236}">
                  <a16:creationId xmlns:a16="http://schemas.microsoft.com/office/drawing/2014/main" id="{F6CB8557-D8E9-8864-6B3D-B10FE295D4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3930" y="3832850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4" name="Group 663">
            <a:extLst>
              <a:ext uri="{FF2B5EF4-FFF2-40B4-BE49-F238E27FC236}">
                <a16:creationId xmlns:a16="http://schemas.microsoft.com/office/drawing/2014/main" id="{165B7B33-5028-968A-69DB-F351C5C6F9BF}"/>
              </a:ext>
            </a:extLst>
          </p:cNvPr>
          <p:cNvGrpSpPr/>
          <p:nvPr/>
        </p:nvGrpSpPr>
        <p:grpSpPr>
          <a:xfrm>
            <a:off x="6881808" y="2031874"/>
            <a:ext cx="1069544" cy="129540"/>
            <a:chOff x="7668916" y="4025567"/>
            <a:chExt cx="1069544" cy="129540"/>
          </a:xfrm>
        </p:grpSpPr>
        <p:sp>
          <p:nvSpPr>
            <p:cNvPr id="665" name="S527">
              <a:extLst>
                <a:ext uri="{FF2B5EF4-FFF2-40B4-BE49-F238E27FC236}">
                  <a16:creationId xmlns:a16="http://schemas.microsoft.com/office/drawing/2014/main" id="{47F7CE70-FF41-53B9-7804-9FA91F44C59B}"/>
                </a:ext>
              </a:extLst>
            </p:cNvPr>
            <p:cNvSpPr/>
            <p:nvPr/>
          </p:nvSpPr>
          <p:spPr>
            <a:xfrm>
              <a:off x="7668916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6" name="S527">
              <a:extLst>
                <a:ext uri="{FF2B5EF4-FFF2-40B4-BE49-F238E27FC236}">
                  <a16:creationId xmlns:a16="http://schemas.microsoft.com/office/drawing/2014/main" id="{1EEBA1CE-82AF-08EE-919E-F08687F98F01}"/>
                </a:ext>
              </a:extLst>
            </p:cNvPr>
            <p:cNvSpPr/>
            <p:nvPr/>
          </p:nvSpPr>
          <p:spPr>
            <a:xfrm>
              <a:off x="7857323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7" name="S527">
              <a:extLst>
                <a:ext uri="{FF2B5EF4-FFF2-40B4-BE49-F238E27FC236}">
                  <a16:creationId xmlns:a16="http://schemas.microsoft.com/office/drawing/2014/main" id="{51457510-FAF0-8CC5-DEA0-71D02F241AE7}"/>
                </a:ext>
              </a:extLst>
            </p:cNvPr>
            <p:cNvSpPr/>
            <p:nvPr/>
          </p:nvSpPr>
          <p:spPr>
            <a:xfrm>
              <a:off x="8045730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8" name="S527">
              <a:extLst>
                <a:ext uri="{FF2B5EF4-FFF2-40B4-BE49-F238E27FC236}">
                  <a16:creationId xmlns:a16="http://schemas.microsoft.com/office/drawing/2014/main" id="{579E174D-A970-392A-5F8B-6B3B4EA150F2}"/>
                </a:ext>
              </a:extLst>
            </p:cNvPr>
            <p:cNvSpPr/>
            <p:nvPr/>
          </p:nvSpPr>
          <p:spPr>
            <a:xfrm>
              <a:off x="8234137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9" name="S527">
              <a:extLst>
                <a:ext uri="{FF2B5EF4-FFF2-40B4-BE49-F238E27FC236}">
                  <a16:creationId xmlns:a16="http://schemas.microsoft.com/office/drawing/2014/main" id="{BE731D66-B10E-8061-BC2C-1931FB709625}"/>
                </a:ext>
              </a:extLst>
            </p:cNvPr>
            <p:cNvSpPr/>
            <p:nvPr/>
          </p:nvSpPr>
          <p:spPr>
            <a:xfrm>
              <a:off x="8420513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0" name="S527">
              <a:extLst>
                <a:ext uri="{FF2B5EF4-FFF2-40B4-BE49-F238E27FC236}">
                  <a16:creationId xmlns:a16="http://schemas.microsoft.com/office/drawing/2014/main" id="{5E2149E7-4C7F-3BB7-5E87-D33EDC662D9D}"/>
                </a:ext>
              </a:extLst>
            </p:cNvPr>
            <p:cNvSpPr/>
            <p:nvPr/>
          </p:nvSpPr>
          <p:spPr>
            <a:xfrm>
              <a:off x="8608920" y="4025567"/>
              <a:ext cx="129540" cy="129540"/>
            </a:xfrm>
            <a:prstGeom prst="rect">
              <a:avLst/>
            </a:prstGeom>
            <a:solidFill>
              <a:srgbClr val="7B4FA0"/>
            </a:solidFill>
            <a:ln w="12700">
              <a:solidFill>
                <a:srgbClr val="333333"/>
              </a:solidFill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71" name="Group 670">
            <a:extLst>
              <a:ext uri="{FF2B5EF4-FFF2-40B4-BE49-F238E27FC236}">
                <a16:creationId xmlns:a16="http://schemas.microsoft.com/office/drawing/2014/main" id="{5F74F531-BC5F-069D-77B1-FA7A357B4B9E}"/>
              </a:ext>
            </a:extLst>
          </p:cNvPr>
          <p:cNvGrpSpPr/>
          <p:nvPr/>
        </p:nvGrpSpPr>
        <p:grpSpPr>
          <a:xfrm>
            <a:off x="6938513" y="2165504"/>
            <a:ext cx="939516" cy="190500"/>
            <a:chOff x="7733930" y="4163094"/>
            <a:chExt cx="939516" cy="190500"/>
          </a:xfrm>
        </p:grpSpPr>
        <p:cxnSp>
          <p:nvCxnSpPr>
            <p:cNvPr id="672" name="Straight Arrow Connector 671">
              <a:extLst>
                <a:ext uri="{FF2B5EF4-FFF2-40B4-BE49-F238E27FC236}">
                  <a16:creationId xmlns:a16="http://schemas.microsoft.com/office/drawing/2014/main" id="{8F19BB11-F67F-12F5-9AA7-72779E426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3446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Arrow Connector 672">
              <a:extLst>
                <a:ext uri="{FF2B5EF4-FFF2-40B4-BE49-F238E27FC236}">
                  <a16:creationId xmlns:a16="http://schemas.microsoft.com/office/drawing/2014/main" id="{851C9410-60BC-30C4-B23A-43F949E530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9093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Arrow Connector 673">
              <a:extLst>
                <a:ext uri="{FF2B5EF4-FFF2-40B4-BE49-F238E27FC236}">
                  <a16:creationId xmlns:a16="http://schemas.microsoft.com/office/drawing/2014/main" id="{ED061EB3-DCE9-A433-6710-C997849B4B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6071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Arrow Connector 674">
              <a:extLst>
                <a:ext uri="{FF2B5EF4-FFF2-40B4-BE49-F238E27FC236}">
                  <a16:creationId xmlns:a16="http://schemas.microsoft.com/office/drawing/2014/main" id="{0ED084EF-9CA9-97E4-B003-8922432269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21718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Arrow Connector 675">
              <a:extLst>
                <a:ext uri="{FF2B5EF4-FFF2-40B4-BE49-F238E27FC236}">
                  <a16:creationId xmlns:a16="http://schemas.microsoft.com/office/drawing/2014/main" id="{366EF09A-794E-2476-51DE-13A5A7088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5903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Arrow Connector 676">
              <a:extLst>
                <a:ext uri="{FF2B5EF4-FFF2-40B4-BE49-F238E27FC236}">
                  <a16:creationId xmlns:a16="http://schemas.microsoft.com/office/drawing/2014/main" id="{4DF29979-2FA3-4748-7D06-229636BA34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3930" y="4163094"/>
              <a:ext cx="0" cy="190500"/>
            </a:xfrm>
            <a:prstGeom prst="straightConnector1">
              <a:avLst/>
            </a:prstGeom>
            <a:ln w="9525">
              <a:solidFill>
                <a:schemeClr val="tx1">
                  <a:lumMod val="95000"/>
                  <a:lumOff val="5000"/>
                </a:schemeClr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2" name="Connector: Elbow 681">
            <a:extLst>
              <a:ext uri="{FF2B5EF4-FFF2-40B4-BE49-F238E27FC236}">
                <a16:creationId xmlns:a16="http://schemas.microsoft.com/office/drawing/2014/main" id="{B7ECA1D6-1C1B-ABB1-5197-2C68750E5F97}"/>
              </a:ext>
            </a:extLst>
          </p:cNvPr>
          <p:cNvCxnSpPr>
            <a:cxnSpLocks/>
            <a:stCxn id="343" idx="0"/>
            <a:endCxn id="627" idx="1"/>
          </p:cNvCxnSpPr>
          <p:nvPr/>
        </p:nvCxnSpPr>
        <p:spPr>
          <a:xfrm rot="5400000" flipH="1" flipV="1">
            <a:off x="4192727" y="3845516"/>
            <a:ext cx="3329443" cy="727297"/>
          </a:xfrm>
          <a:prstGeom prst="bentConnector2">
            <a:avLst/>
          </a:prstGeom>
          <a:ln w="9525">
            <a:solidFill>
              <a:schemeClr val="bg2">
                <a:lumMod val="10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684">
            <a:extLst>
              <a:ext uri="{FF2B5EF4-FFF2-40B4-BE49-F238E27FC236}">
                <a16:creationId xmlns:a16="http://schemas.microsoft.com/office/drawing/2014/main" id="{B1D767F0-8F77-0A03-222C-146F2DEF8E34}"/>
              </a:ext>
            </a:extLst>
          </p:cNvPr>
          <p:cNvCxnSpPr>
            <a:cxnSpLocks/>
            <a:endCxn id="621" idx="1"/>
          </p:cNvCxnSpPr>
          <p:nvPr/>
        </p:nvCxnSpPr>
        <p:spPr>
          <a:xfrm flipV="1">
            <a:off x="5478199" y="3427812"/>
            <a:ext cx="742898" cy="1188"/>
          </a:xfrm>
          <a:prstGeom prst="line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Arrow Connector 689">
            <a:extLst>
              <a:ext uri="{FF2B5EF4-FFF2-40B4-BE49-F238E27FC236}">
                <a16:creationId xmlns:a16="http://schemas.microsoft.com/office/drawing/2014/main" id="{EFAAB687-0A94-C2F5-77C6-5914B5529401}"/>
              </a:ext>
            </a:extLst>
          </p:cNvPr>
          <p:cNvCxnSpPr>
            <a:cxnSpLocks/>
            <a:endCxn id="521" idx="1"/>
          </p:cNvCxnSpPr>
          <p:nvPr/>
        </p:nvCxnSpPr>
        <p:spPr>
          <a:xfrm>
            <a:off x="5478199" y="4641376"/>
            <a:ext cx="80633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: Elbow 698">
            <a:extLst>
              <a:ext uri="{FF2B5EF4-FFF2-40B4-BE49-F238E27FC236}">
                <a16:creationId xmlns:a16="http://schemas.microsoft.com/office/drawing/2014/main" id="{9EFFFCD6-EB6E-2039-56EA-3B81BF843BD2}"/>
              </a:ext>
            </a:extLst>
          </p:cNvPr>
          <p:cNvCxnSpPr>
            <a:cxnSpLocks/>
            <a:stCxn id="438" idx="2"/>
            <a:endCxn id="160" idx="1"/>
          </p:cNvCxnSpPr>
          <p:nvPr/>
        </p:nvCxnSpPr>
        <p:spPr>
          <a:xfrm rot="5400000" flipH="1" flipV="1">
            <a:off x="6896393" y="3679238"/>
            <a:ext cx="1658840" cy="2043693"/>
          </a:xfrm>
          <a:prstGeom prst="bentConnector4">
            <a:avLst>
              <a:gd name="adj1" fmla="val -49152"/>
              <a:gd name="adj2" fmla="val 79135"/>
            </a:avLst>
          </a:prstGeom>
          <a:ln w="9525">
            <a:solidFill>
              <a:schemeClr val="tx1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Arrow Connector 746">
            <a:extLst>
              <a:ext uri="{FF2B5EF4-FFF2-40B4-BE49-F238E27FC236}">
                <a16:creationId xmlns:a16="http://schemas.microsoft.com/office/drawing/2014/main" id="{DF544395-4FBB-DD37-716D-63FFBA6046FD}"/>
              </a:ext>
            </a:extLst>
          </p:cNvPr>
          <p:cNvCxnSpPr>
            <a:stCxn id="577" idx="3"/>
            <a:endCxn id="160" idx="1"/>
          </p:cNvCxnSpPr>
          <p:nvPr/>
        </p:nvCxnSpPr>
        <p:spPr>
          <a:xfrm>
            <a:off x="7932727" y="3869734"/>
            <a:ext cx="814933" cy="1931"/>
          </a:xfrm>
          <a:prstGeom prst="straightConnector1">
            <a:avLst/>
          </a:prstGeom>
          <a:ln w="9525">
            <a:solidFill>
              <a:schemeClr val="tx1"/>
            </a:solidFill>
            <a:prstDash val="sysDash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: Elbow 748">
            <a:extLst>
              <a:ext uri="{FF2B5EF4-FFF2-40B4-BE49-F238E27FC236}">
                <a16:creationId xmlns:a16="http://schemas.microsoft.com/office/drawing/2014/main" id="{FD5EAC09-F91F-A787-3F6B-A96CCBE3ADB2}"/>
              </a:ext>
            </a:extLst>
          </p:cNvPr>
          <p:cNvCxnSpPr>
            <a:cxnSpLocks/>
            <a:stCxn id="635" idx="3"/>
            <a:endCxn id="160" idx="1"/>
          </p:cNvCxnSpPr>
          <p:nvPr/>
        </p:nvCxnSpPr>
        <p:spPr>
          <a:xfrm>
            <a:off x="7933518" y="2987316"/>
            <a:ext cx="814142" cy="884349"/>
          </a:xfrm>
          <a:prstGeom prst="bentConnector3">
            <a:avLst>
              <a:gd name="adj1" fmla="val 56552"/>
            </a:avLst>
          </a:prstGeom>
          <a:ln w="9525">
            <a:solidFill>
              <a:schemeClr val="tx1"/>
            </a:solidFill>
            <a:prstDash val="lg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: Elbow 750">
            <a:extLst>
              <a:ext uri="{FF2B5EF4-FFF2-40B4-BE49-F238E27FC236}">
                <a16:creationId xmlns:a16="http://schemas.microsoft.com/office/drawing/2014/main" id="{D9D5B9A6-239D-C98C-8005-BD444B860A05}"/>
              </a:ext>
            </a:extLst>
          </p:cNvPr>
          <p:cNvCxnSpPr>
            <a:cxnSpLocks/>
            <a:stCxn id="670" idx="3"/>
            <a:endCxn id="160" idx="1"/>
          </p:cNvCxnSpPr>
          <p:nvPr/>
        </p:nvCxnSpPr>
        <p:spPr>
          <a:xfrm>
            <a:off x="7951352" y="2096644"/>
            <a:ext cx="796308" cy="1775021"/>
          </a:xfrm>
          <a:prstGeom prst="bentConnector3">
            <a:avLst>
              <a:gd name="adj1" fmla="val 69617"/>
            </a:avLst>
          </a:prstGeom>
          <a:ln w="952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8" name="Rectangle: Rounded Corners 777">
            <a:extLst>
              <a:ext uri="{FF2B5EF4-FFF2-40B4-BE49-F238E27FC236}">
                <a16:creationId xmlns:a16="http://schemas.microsoft.com/office/drawing/2014/main" id="{F794E0CE-12B2-9DE4-0813-E7DEAC57D6C0}"/>
              </a:ext>
            </a:extLst>
          </p:cNvPr>
          <p:cNvSpPr/>
          <p:nvPr/>
        </p:nvSpPr>
        <p:spPr>
          <a:xfrm>
            <a:off x="8452382" y="4407513"/>
            <a:ext cx="1876369" cy="1390683"/>
          </a:xfrm>
          <a:prstGeom prst="roundRect">
            <a:avLst>
              <a:gd name="adj" fmla="val 4318"/>
            </a:avLst>
          </a:prstGeom>
          <a:solidFill>
            <a:srgbClr val="CFBCFB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9" name="L738">
            <a:extLst>
              <a:ext uri="{FF2B5EF4-FFF2-40B4-BE49-F238E27FC236}">
                <a16:creationId xmlns:a16="http://schemas.microsoft.com/office/drawing/2014/main" id="{31993D19-7AF4-59A1-887D-B0FEB75AB31B}"/>
              </a:ext>
            </a:extLst>
          </p:cNvPr>
          <p:cNvSpPr/>
          <p:nvPr/>
        </p:nvSpPr>
        <p:spPr>
          <a:xfrm>
            <a:off x="8629443" y="4432459"/>
            <a:ext cx="480688" cy="1648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4A2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SAWM</a:t>
            </a:r>
            <a:endParaRPr lang="en-US" sz="1400" b="1" dirty="0">
              <a:solidFill>
                <a:srgbClr val="4A2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1" name="Rectangle: Rounded Corners 780">
            <a:extLst>
              <a:ext uri="{FF2B5EF4-FFF2-40B4-BE49-F238E27FC236}">
                <a16:creationId xmlns:a16="http://schemas.microsoft.com/office/drawing/2014/main" id="{BF899CC5-DCE7-786D-492B-4A640D5C5B15}"/>
              </a:ext>
            </a:extLst>
          </p:cNvPr>
          <p:cNvSpPr/>
          <p:nvPr/>
        </p:nvSpPr>
        <p:spPr>
          <a:xfrm>
            <a:off x="10408762" y="4407513"/>
            <a:ext cx="1705133" cy="1780349"/>
          </a:xfrm>
          <a:prstGeom prst="roundRect">
            <a:avLst>
              <a:gd name="adj" fmla="val 4318"/>
            </a:avLst>
          </a:prstGeom>
          <a:solidFill>
            <a:srgbClr val="CFBCFB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4" name="L738">
            <a:extLst>
              <a:ext uri="{FF2B5EF4-FFF2-40B4-BE49-F238E27FC236}">
                <a16:creationId xmlns:a16="http://schemas.microsoft.com/office/drawing/2014/main" id="{87C7782B-48FA-1E07-3AF9-2A108827FF42}"/>
              </a:ext>
            </a:extLst>
          </p:cNvPr>
          <p:cNvSpPr/>
          <p:nvPr/>
        </p:nvSpPr>
        <p:spPr>
          <a:xfrm>
            <a:off x="10464447" y="4431062"/>
            <a:ext cx="480688" cy="1648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4A2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SAWL</a:t>
            </a:r>
            <a:endParaRPr lang="en-US" sz="1400" b="1" dirty="0">
              <a:solidFill>
                <a:srgbClr val="4A2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7" name="S802">
            <a:extLst>
              <a:ext uri="{FF2B5EF4-FFF2-40B4-BE49-F238E27FC236}">
                <a16:creationId xmlns:a16="http://schemas.microsoft.com/office/drawing/2014/main" id="{EB46B693-5AD3-818D-697E-C6FEA1762B9C}"/>
              </a:ext>
            </a:extLst>
          </p:cNvPr>
          <p:cNvSpPr/>
          <p:nvPr/>
        </p:nvSpPr>
        <p:spPr>
          <a:xfrm>
            <a:off x="8498536" y="4623930"/>
            <a:ext cx="1742675" cy="199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pred_boxes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GT boxes</a:t>
            </a:r>
          </a:p>
        </p:txBody>
      </p:sp>
      <p:sp>
        <p:nvSpPr>
          <p:cNvPr id="788" name="S803">
            <a:extLst>
              <a:ext uri="{FF2B5EF4-FFF2-40B4-BE49-F238E27FC236}">
                <a16:creationId xmlns:a16="http://schemas.microsoft.com/office/drawing/2014/main" id="{61477801-3DF9-B9BB-24AC-8E838A46B9CC}"/>
              </a:ext>
            </a:extLst>
          </p:cNvPr>
          <p:cNvSpPr/>
          <p:nvPr/>
        </p:nvSpPr>
        <p:spPr>
          <a:xfrm>
            <a:off x="8498535" y="4976831"/>
            <a:ext cx="1742675" cy="199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NWD cost computation</a:t>
            </a:r>
          </a:p>
        </p:txBody>
      </p:sp>
      <p:sp>
        <p:nvSpPr>
          <p:cNvPr id="791" name="S803">
            <a:extLst>
              <a:ext uri="{FF2B5EF4-FFF2-40B4-BE49-F238E27FC236}">
                <a16:creationId xmlns:a16="http://schemas.microsoft.com/office/drawing/2014/main" id="{280D6C7B-0C12-9F15-5BFC-448C969B530F}"/>
              </a:ext>
            </a:extLst>
          </p:cNvPr>
          <p:cNvSpPr/>
          <p:nvPr/>
        </p:nvSpPr>
        <p:spPr>
          <a:xfrm>
            <a:off x="8498536" y="5329732"/>
            <a:ext cx="1742674" cy="199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Hungarian Matching</a:t>
            </a:r>
          </a:p>
        </p:txBody>
      </p:sp>
      <p:cxnSp>
        <p:nvCxnSpPr>
          <p:cNvPr id="795" name="Straight Arrow Connector 794">
            <a:extLst>
              <a:ext uri="{FF2B5EF4-FFF2-40B4-BE49-F238E27FC236}">
                <a16:creationId xmlns:a16="http://schemas.microsoft.com/office/drawing/2014/main" id="{DD0E1214-F4EF-96A6-889C-EA9B95D3B7DA}"/>
              </a:ext>
            </a:extLst>
          </p:cNvPr>
          <p:cNvCxnSpPr>
            <a:cxnSpLocks/>
            <a:stCxn id="787" idx="2"/>
            <a:endCxn id="788" idx="0"/>
          </p:cNvCxnSpPr>
          <p:nvPr/>
        </p:nvCxnSpPr>
        <p:spPr>
          <a:xfrm flipH="1">
            <a:off x="9369873" y="4823210"/>
            <a:ext cx="1" cy="153621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Arrow Connector 796">
            <a:extLst>
              <a:ext uri="{FF2B5EF4-FFF2-40B4-BE49-F238E27FC236}">
                <a16:creationId xmlns:a16="http://schemas.microsoft.com/office/drawing/2014/main" id="{20ACDA0C-8546-E7FB-0213-86354E03A676}"/>
              </a:ext>
            </a:extLst>
          </p:cNvPr>
          <p:cNvCxnSpPr>
            <a:cxnSpLocks/>
            <a:stCxn id="788" idx="2"/>
            <a:endCxn id="791" idx="0"/>
          </p:cNvCxnSpPr>
          <p:nvPr/>
        </p:nvCxnSpPr>
        <p:spPr>
          <a:xfrm>
            <a:off x="9369873" y="5176111"/>
            <a:ext cx="0" cy="153621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Arrow Connector 810">
            <a:extLst>
              <a:ext uri="{FF2B5EF4-FFF2-40B4-BE49-F238E27FC236}">
                <a16:creationId xmlns:a16="http://schemas.microsoft.com/office/drawing/2014/main" id="{14132101-58C6-962C-949D-A66B2844E45A}"/>
              </a:ext>
            </a:extLst>
          </p:cNvPr>
          <p:cNvCxnSpPr>
            <a:cxnSpLocks/>
            <a:stCxn id="161" idx="2"/>
            <a:endCxn id="787" idx="0"/>
          </p:cNvCxnSpPr>
          <p:nvPr/>
        </p:nvCxnSpPr>
        <p:spPr>
          <a:xfrm flipH="1">
            <a:off x="9369874" y="3658778"/>
            <a:ext cx="1284" cy="965152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2" name="Group 821">
            <a:extLst>
              <a:ext uri="{FF2B5EF4-FFF2-40B4-BE49-F238E27FC236}">
                <a16:creationId xmlns:a16="http://schemas.microsoft.com/office/drawing/2014/main" id="{80B988A3-3190-4204-7B7A-16039F989877}"/>
              </a:ext>
            </a:extLst>
          </p:cNvPr>
          <p:cNvGrpSpPr/>
          <p:nvPr/>
        </p:nvGrpSpPr>
        <p:grpSpPr>
          <a:xfrm>
            <a:off x="10504177" y="4885358"/>
            <a:ext cx="1013424" cy="556701"/>
            <a:chOff x="10794508" y="5283364"/>
            <a:chExt cx="628142" cy="345055"/>
          </a:xfrm>
        </p:grpSpPr>
        <p:sp>
          <p:nvSpPr>
            <p:cNvPr id="820" name="DM205">
              <a:extLst>
                <a:ext uri="{FF2B5EF4-FFF2-40B4-BE49-F238E27FC236}">
                  <a16:creationId xmlns:a16="http://schemas.microsoft.com/office/drawing/2014/main" id="{EC4623B2-30B2-CC14-BB41-8FC43D971599}"/>
                </a:ext>
              </a:extLst>
            </p:cNvPr>
            <p:cNvSpPr/>
            <p:nvPr/>
          </p:nvSpPr>
          <p:spPr>
            <a:xfrm flipH="1">
              <a:off x="10794508" y="5283364"/>
              <a:ext cx="575092" cy="345055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rgbClr val="C0C0C0"/>
              </a:solidFill>
            </a:ln>
            <a:effectLst>
              <a:outerShdw blurRad="40000" dist="20000" dir="5400000" rotWithShape="0">
                <a:srgbClr val="000000">
                  <a:alpha val="22000"/>
                </a:srgbClr>
              </a:outerShdw>
            </a:effectLst>
          </p:spPr>
          <p:txBody>
            <a:bodyPr wrap="square" lIns="72000" tIns="36000" rIns="72000" bIns="36000" anchor="ctr"/>
            <a:lstStyle/>
            <a:p>
              <a:pPr algn="ctr"/>
              <a:endParaRPr lang="en-US" sz="28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" name="TextBox 820">
              <a:extLst>
                <a:ext uri="{FF2B5EF4-FFF2-40B4-BE49-F238E27FC236}">
                  <a16:creationId xmlns:a16="http://schemas.microsoft.com/office/drawing/2014/main" id="{407CBC3E-FF74-CCF3-401A-B76908EA2D97}"/>
                </a:ext>
              </a:extLst>
            </p:cNvPr>
            <p:cNvSpPr txBox="1"/>
            <p:nvPr/>
          </p:nvSpPr>
          <p:spPr>
            <a:xfrm>
              <a:off x="10849166" y="5363576"/>
              <a:ext cx="573484" cy="171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Arial" panose="020B0604020202020204" pitchFamily="34" charset="0"/>
                  <a:cs typeface="Arial" panose="020B0604020202020204" pitchFamily="34" charset="0"/>
                </a:rPr>
                <a:t>Patch </a:t>
              </a:r>
              <a:r>
                <a:rPr lang="en-US" altLang="ko-KR" sz="120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≤ 4</a:t>
              </a:r>
              <a:endParaRPr lang="ko-KR" alt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23" name="S802">
            <a:extLst>
              <a:ext uri="{FF2B5EF4-FFF2-40B4-BE49-F238E27FC236}">
                <a16:creationId xmlns:a16="http://schemas.microsoft.com/office/drawing/2014/main" id="{03CF1077-6734-EA1C-9616-8288DA067FD5}"/>
              </a:ext>
            </a:extLst>
          </p:cNvPr>
          <p:cNvSpPr/>
          <p:nvPr/>
        </p:nvSpPr>
        <p:spPr>
          <a:xfrm>
            <a:off x="10523561" y="4604794"/>
            <a:ext cx="1452419" cy="199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Matched (pred, GT)</a:t>
            </a:r>
          </a:p>
        </p:txBody>
      </p:sp>
      <p:cxnSp>
        <p:nvCxnSpPr>
          <p:cNvPr id="824" name="Straight Arrow Connector 823">
            <a:extLst>
              <a:ext uri="{FF2B5EF4-FFF2-40B4-BE49-F238E27FC236}">
                <a16:creationId xmlns:a16="http://schemas.microsoft.com/office/drawing/2014/main" id="{C2FF575B-7DB2-B6BB-74E1-7BABA847DD98}"/>
              </a:ext>
            </a:extLst>
          </p:cNvPr>
          <p:cNvCxnSpPr>
            <a:cxnSpLocks/>
            <a:endCxn id="820" idx="0"/>
          </p:cNvCxnSpPr>
          <p:nvPr/>
        </p:nvCxnSpPr>
        <p:spPr>
          <a:xfrm>
            <a:off x="10968090" y="4791561"/>
            <a:ext cx="4" cy="93797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9" name="S802">
            <a:extLst>
              <a:ext uri="{FF2B5EF4-FFF2-40B4-BE49-F238E27FC236}">
                <a16:creationId xmlns:a16="http://schemas.microsoft.com/office/drawing/2014/main" id="{BEFF14CC-3B41-52DF-5191-DAA7C9DCFE3B}"/>
              </a:ext>
            </a:extLst>
          </p:cNvPr>
          <p:cNvSpPr/>
          <p:nvPr/>
        </p:nvSpPr>
        <p:spPr>
          <a:xfrm>
            <a:off x="10470009" y="5624159"/>
            <a:ext cx="793647" cy="199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NWD loss</a:t>
            </a:r>
          </a:p>
        </p:txBody>
      </p:sp>
      <p:sp>
        <p:nvSpPr>
          <p:cNvPr id="830" name="S802">
            <a:extLst>
              <a:ext uri="{FF2B5EF4-FFF2-40B4-BE49-F238E27FC236}">
                <a16:creationId xmlns:a16="http://schemas.microsoft.com/office/drawing/2014/main" id="{E273F1E6-6123-BEB9-04C3-D863B7CD262A}"/>
              </a:ext>
            </a:extLst>
          </p:cNvPr>
          <p:cNvSpPr/>
          <p:nvPr/>
        </p:nvSpPr>
        <p:spPr>
          <a:xfrm>
            <a:off x="11289556" y="5617097"/>
            <a:ext cx="753098" cy="199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CIoU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loss</a:t>
            </a:r>
          </a:p>
        </p:txBody>
      </p:sp>
      <p:cxnSp>
        <p:nvCxnSpPr>
          <p:cNvPr id="834" name="Straight Arrow Connector 833">
            <a:extLst>
              <a:ext uri="{FF2B5EF4-FFF2-40B4-BE49-F238E27FC236}">
                <a16:creationId xmlns:a16="http://schemas.microsoft.com/office/drawing/2014/main" id="{B047550C-EE07-9819-3622-F8C57E6E2F9B}"/>
              </a:ext>
            </a:extLst>
          </p:cNvPr>
          <p:cNvCxnSpPr>
            <a:cxnSpLocks/>
            <a:stCxn id="820" idx="2"/>
          </p:cNvCxnSpPr>
          <p:nvPr/>
        </p:nvCxnSpPr>
        <p:spPr>
          <a:xfrm>
            <a:off x="10968090" y="5442049"/>
            <a:ext cx="0" cy="175048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: Elbow 835">
            <a:extLst>
              <a:ext uri="{FF2B5EF4-FFF2-40B4-BE49-F238E27FC236}">
                <a16:creationId xmlns:a16="http://schemas.microsoft.com/office/drawing/2014/main" id="{7A86FCB2-D123-E0BC-0AC2-665B8742477D}"/>
              </a:ext>
            </a:extLst>
          </p:cNvPr>
          <p:cNvCxnSpPr>
            <a:cxnSpLocks/>
            <a:stCxn id="820" idx="1"/>
            <a:endCxn id="830" idx="0"/>
          </p:cNvCxnSpPr>
          <p:nvPr/>
        </p:nvCxnSpPr>
        <p:spPr>
          <a:xfrm>
            <a:off x="11432012" y="5163709"/>
            <a:ext cx="234093" cy="453388"/>
          </a:xfrm>
          <a:prstGeom prst="bentConnector2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7" name="TextBox 836">
            <a:extLst>
              <a:ext uri="{FF2B5EF4-FFF2-40B4-BE49-F238E27FC236}">
                <a16:creationId xmlns:a16="http://schemas.microsoft.com/office/drawing/2014/main" id="{08CB6AC4-A331-35F8-72E3-D485EEFC9280}"/>
              </a:ext>
            </a:extLst>
          </p:cNvPr>
          <p:cNvSpPr txBox="1"/>
          <p:nvPr/>
        </p:nvSpPr>
        <p:spPr>
          <a:xfrm>
            <a:off x="11344517" y="4904488"/>
            <a:ext cx="569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8" name="TextBox 837">
            <a:extLst>
              <a:ext uri="{FF2B5EF4-FFF2-40B4-BE49-F238E27FC236}">
                <a16:creationId xmlns:a16="http://schemas.microsoft.com/office/drawing/2014/main" id="{E532A975-4198-C3F9-C807-B9C7BAFCFD14}"/>
              </a:ext>
            </a:extLst>
          </p:cNvPr>
          <p:cNvSpPr txBox="1"/>
          <p:nvPr/>
        </p:nvSpPr>
        <p:spPr>
          <a:xfrm>
            <a:off x="10537326" y="5359842"/>
            <a:ext cx="531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3" name="S803">
            <a:extLst>
              <a:ext uri="{FF2B5EF4-FFF2-40B4-BE49-F238E27FC236}">
                <a16:creationId xmlns:a16="http://schemas.microsoft.com/office/drawing/2014/main" id="{B9B7FDE3-A603-33D2-7099-5CE7D807D37F}"/>
              </a:ext>
            </a:extLst>
          </p:cNvPr>
          <p:cNvSpPr/>
          <p:nvPr/>
        </p:nvSpPr>
        <p:spPr>
          <a:xfrm>
            <a:off x="10504174" y="5931566"/>
            <a:ext cx="1452418" cy="199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box</a:t>
            </a:r>
          </a:p>
        </p:txBody>
      </p:sp>
      <p:cxnSp>
        <p:nvCxnSpPr>
          <p:cNvPr id="845" name="Straight Arrow Connector 844">
            <a:extLst>
              <a:ext uri="{FF2B5EF4-FFF2-40B4-BE49-F238E27FC236}">
                <a16:creationId xmlns:a16="http://schemas.microsoft.com/office/drawing/2014/main" id="{DAAC033E-C00C-CD8A-2326-5AD1633E843F}"/>
              </a:ext>
            </a:extLst>
          </p:cNvPr>
          <p:cNvCxnSpPr>
            <a:cxnSpLocks/>
            <a:stCxn id="829" idx="2"/>
          </p:cNvCxnSpPr>
          <p:nvPr/>
        </p:nvCxnSpPr>
        <p:spPr>
          <a:xfrm>
            <a:off x="10866833" y="5823439"/>
            <a:ext cx="0" cy="124109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Arrow Connector 845">
            <a:extLst>
              <a:ext uri="{FF2B5EF4-FFF2-40B4-BE49-F238E27FC236}">
                <a16:creationId xmlns:a16="http://schemas.microsoft.com/office/drawing/2014/main" id="{7C6BA381-E276-B673-D8EC-4A5681398DDF}"/>
              </a:ext>
            </a:extLst>
          </p:cNvPr>
          <p:cNvCxnSpPr>
            <a:cxnSpLocks/>
            <a:stCxn id="830" idx="2"/>
          </p:cNvCxnSpPr>
          <p:nvPr/>
        </p:nvCxnSpPr>
        <p:spPr>
          <a:xfrm flipH="1">
            <a:off x="11660480" y="5816377"/>
            <a:ext cx="5625" cy="122011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9" name="S715">
            <a:extLst>
              <a:ext uri="{FF2B5EF4-FFF2-40B4-BE49-F238E27FC236}">
                <a16:creationId xmlns:a16="http://schemas.microsoft.com/office/drawing/2014/main" id="{529C04E5-FA92-E6C6-3BB1-4B4D36D7BCAC}"/>
              </a:ext>
            </a:extLst>
          </p:cNvPr>
          <p:cNvSpPr/>
          <p:nvPr/>
        </p:nvSpPr>
        <p:spPr>
          <a:xfrm>
            <a:off x="8495637" y="5891506"/>
            <a:ext cx="1428107" cy="279400"/>
          </a:xfrm>
          <a:prstGeom prst="roundRect">
            <a:avLst>
              <a:gd name="adj" fmla="val 15000"/>
            </a:avLst>
          </a:prstGeom>
          <a:solidFill>
            <a:srgbClr val="FFFDE7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Backpropagation</a:t>
            </a:r>
          </a:p>
        </p:txBody>
      </p:sp>
      <p:cxnSp>
        <p:nvCxnSpPr>
          <p:cNvPr id="851" name="Straight Arrow Connector 850">
            <a:extLst>
              <a:ext uri="{FF2B5EF4-FFF2-40B4-BE49-F238E27FC236}">
                <a16:creationId xmlns:a16="http://schemas.microsoft.com/office/drawing/2014/main" id="{DED58C90-8A01-1E88-99BB-89F58416D0E2}"/>
              </a:ext>
            </a:extLst>
          </p:cNvPr>
          <p:cNvCxnSpPr>
            <a:cxnSpLocks/>
            <a:stCxn id="843" idx="1"/>
            <a:endCxn id="849" idx="3"/>
          </p:cNvCxnSpPr>
          <p:nvPr/>
        </p:nvCxnSpPr>
        <p:spPr>
          <a:xfrm flipH="1">
            <a:off x="9923744" y="6031206"/>
            <a:ext cx="580430" cy="0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6" name="Rectangle 865">
            <a:extLst>
              <a:ext uri="{FF2B5EF4-FFF2-40B4-BE49-F238E27FC236}">
                <a16:creationId xmlns:a16="http://schemas.microsoft.com/office/drawing/2014/main" id="{DD64D3BA-7B47-09AB-E869-9D7DA34AE53B}"/>
              </a:ext>
            </a:extLst>
          </p:cNvPr>
          <p:cNvSpPr/>
          <p:nvPr/>
        </p:nvSpPr>
        <p:spPr>
          <a:xfrm>
            <a:off x="8741745" y="441905"/>
            <a:ext cx="2959610" cy="1577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</a:p>
          <a:p>
            <a:pPr algn="ctr"/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lang="ko-KR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7" name="Rectangle: Rounded Corners 866">
            <a:extLst>
              <a:ext uri="{FF2B5EF4-FFF2-40B4-BE49-F238E27FC236}">
                <a16:creationId xmlns:a16="http://schemas.microsoft.com/office/drawing/2014/main" id="{AF8119A0-C3EA-24BB-BB21-EC21D0C391D4}"/>
              </a:ext>
            </a:extLst>
          </p:cNvPr>
          <p:cNvSpPr/>
          <p:nvPr/>
        </p:nvSpPr>
        <p:spPr>
          <a:xfrm>
            <a:off x="10059779" y="2366642"/>
            <a:ext cx="1799249" cy="1854273"/>
          </a:xfrm>
          <a:prstGeom prst="roundRect">
            <a:avLst>
              <a:gd name="adj" fmla="val 4318"/>
            </a:avLst>
          </a:prstGeom>
          <a:solidFill>
            <a:srgbClr val="CFBCFB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3" name="L738">
            <a:extLst>
              <a:ext uri="{FF2B5EF4-FFF2-40B4-BE49-F238E27FC236}">
                <a16:creationId xmlns:a16="http://schemas.microsoft.com/office/drawing/2014/main" id="{856CBD8A-884F-BA94-6DD5-E7263DE6FC2E}"/>
              </a:ext>
            </a:extLst>
          </p:cNvPr>
          <p:cNvSpPr/>
          <p:nvPr/>
        </p:nvSpPr>
        <p:spPr>
          <a:xfrm>
            <a:off x="10092930" y="2365072"/>
            <a:ext cx="480688" cy="1648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200" b="1" dirty="0">
                <a:solidFill>
                  <a:srgbClr val="4A2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SGAR</a:t>
            </a:r>
            <a:endParaRPr lang="en-US" sz="1400" b="1" dirty="0">
              <a:solidFill>
                <a:srgbClr val="4A2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83" name="Connector: Elbow 882">
            <a:extLst>
              <a:ext uri="{FF2B5EF4-FFF2-40B4-BE49-F238E27FC236}">
                <a16:creationId xmlns:a16="http://schemas.microsoft.com/office/drawing/2014/main" id="{C167AE98-5FB1-8501-523D-03E18B054F11}"/>
              </a:ext>
            </a:extLst>
          </p:cNvPr>
          <p:cNvCxnSpPr>
            <a:cxnSpLocks/>
            <a:stCxn id="791" idx="3"/>
            <a:endCxn id="823" idx="1"/>
          </p:cNvCxnSpPr>
          <p:nvPr/>
        </p:nvCxnSpPr>
        <p:spPr>
          <a:xfrm flipV="1">
            <a:off x="10241210" y="4704434"/>
            <a:ext cx="282351" cy="7249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: Elbow 898">
            <a:extLst>
              <a:ext uri="{FF2B5EF4-FFF2-40B4-BE49-F238E27FC236}">
                <a16:creationId xmlns:a16="http://schemas.microsoft.com/office/drawing/2014/main" id="{E9467AB7-9BA9-57E4-E3C6-80B4225EE423}"/>
              </a:ext>
            </a:extLst>
          </p:cNvPr>
          <p:cNvCxnSpPr>
            <a:cxnSpLocks/>
            <a:stCxn id="160" idx="3"/>
            <a:endCxn id="886" idx="1"/>
          </p:cNvCxnSpPr>
          <p:nvPr/>
        </p:nvCxnSpPr>
        <p:spPr>
          <a:xfrm>
            <a:off x="9963776" y="3871665"/>
            <a:ext cx="277435" cy="219023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3" name="DM205">
            <a:extLst>
              <a:ext uri="{FF2B5EF4-FFF2-40B4-BE49-F238E27FC236}">
                <a16:creationId xmlns:a16="http://schemas.microsoft.com/office/drawing/2014/main" id="{C1E2A6A1-16DF-6ACB-F003-52E87A918F90}"/>
              </a:ext>
            </a:extLst>
          </p:cNvPr>
          <p:cNvSpPr/>
          <p:nvPr/>
        </p:nvSpPr>
        <p:spPr>
          <a:xfrm flipH="1">
            <a:off x="10092930" y="3338176"/>
            <a:ext cx="998687" cy="533393"/>
          </a:xfrm>
          <a:prstGeom prst="diamond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>
            <a:outerShdw blurRad="40000" dist="20000" dir="5400000" rotWithShape="0">
              <a:srgbClr val="000000">
                <a:alpha val="22000"/>
              </a:srgbClr>
            </a:outerShdw>
          </a:effectLst>
        </p:spPr>
        <p:txBody>
          <a:bodyPr wrap="square" lIns="72000" tIns="36000" rIns="72000" bIns="36000" anchor="ctr"/>
          <a:lstStyle/>
          <a:p>
            <a:pPr algn="ctr"/>
            <a:endParaRPr lang="en-US" sz="2800" b="1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4" name="TextBox 903">
            <a:extLst>
              <a:ext uri="{FF2B5EF4-FFF2-40B4-BE49-F238E27FC236}">
                <a16:creationId xmlns:a16="http://schemas.microsoft.com/office/drawing/2014/main" id="{1400F28A-FBD9-7C5B-5367-5F9DBBD720DA}"/>
              </a:ext>
            </a:extLst>
          </p:cNvPr>
          <p:cNvSpPr txBox="1"/>
          <p:nvPr/>
        </p:nvSpPr>
        <p:spPr>
          <a:xfrm>
            <a:off x="10092931" y="3457655"/>
            <a:ext cx="1054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Area </a:t>
            </a:r>
            <a:r>
              <a:rPr lang="en-US" altLang="ko-KR" sz="12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≤ 1024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06" name="Straight Arrow Connector 905">
            <a:extLst>
              <a:ext uri="{FF2B5EF4-FFF2-40B4-BE49-F238E27FC236}">
                <a16:creationId xmlns:a16="http://schemas.microsoft.com/office/drawing/2014/main" id="{29F3E290-1036-C208-521C-4B09B9E665FB}"/>
              </a:ext>
            </a:extLst>
          </p:cNvPr>
          <p:cNvCxnSpPr>
            <a:cxnSpLocks/>
            <a:endCxn id="903" idx="2"/>
          </p:cNvCxnSpPr>
          <p:nvPr/>
        </p:nvCxnSpPr>
        <p:spPr>
          <a:xfrm flipV="1">
            <a:off x="10592273" y="3871569"/>
            <a:ext cx="0" cy="159822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1" name="S802">
            <a:extLst>
              <a:ext uri="{FF2B5EF4-FFF2-40B4-BE49-F238E27FC236}">
                <a16:creationId xmlns:a16="http://schemas.microsoft.com/office/drawing/2014/main" id="{4A992694-A2F1-F3A7-BE14-D5D4E2C45326}"/>
              </a:ext>
            </a:extLst>
          </p:cNvPr>
          <p:cNvSpPr/>
          <p:nvPr/>
        </p:nvSpPr>
        <p:spPr>
          <a:xfrm>
            <a:off x="10283190" y="2869963"/>
            <a:ext cx="1558755" cy="3643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Crop regions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2 (re-inference)</a:t>
            </a:r>
          </a:p>
        </p:txBody>
      </p:sp>
      <p:sp>
        <p:nvSpPr>
          <p:cNvPr id="924" name="TextBox 923">
            <a:extLst>
              <a:ext uri="{FF2B5EF4-FFF2-40B4-BE49-F238E27FC236}">
                <a16:creationId xmlns:a16="http://schemas.microsoft.com/office/drawing/2014/main" id="{644B13CE-C814-6B6C-341C-30798F994FD3}"/>
              </a:ext>
            </a:extLst>
          </p:cNvPr>
          <p:cNvSpPr txBox="1"/>
          <p:nvPr/>
        </p:nvSpPr>
        <p:spPr>
          <a:xfrm>
            <a:off x="11072202" y="3271752"/>
            <a:ext cx="636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5" name="TextBox 924">
            <a:extLst>
              <a:ext uri="{FF2B5EF4-FFF2-40B4-BE49-F238E27FC236}">
                <a16:creationId xmlns:a16="http://schemas.microsoft.com/office/drawing/2014/main" id="{62A38A8C-1207-1C56-7DB5-3A3133AD7689}"/>
              </a:ext>
            </a:extLst>
          </p:cNvPr>
          <p:cNvSpPr txBox="1"/>
          <p:nvPr/>
        </p:nvSpPr>
        <p:spPr>
          <a:xfrm>
            <a:off x="10058514" y="3220346"/>
            <a:ext cx="483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2" name="S802">
            <a:extLst>
              <a:ext uri="{FF2B5EF4-FFF2-40B4-BE49-F238E27FC236}">
                <a16:creationId xmlns:a16="http://schemas.microsoft.com/office/drawing/2014/main" id="{AC32E158-4FD2-87A8-C348-806D4A587AFC}"/>
              </a:ext>
            </a:extLst>
          </p:cNvPr>
          <p:cNvSpPr/>
          <p:nvPr/>
        </p:nvSpPr>
        <p:spPr>
          <a:xfrm>
            <a:off x="10177676" y="2525023"/>
            <a:ext cx="1598470" cy="199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Soft-NMS merge</a:t>
            </a:r>
          </a:p>
        </p:txBody>
      </p:sp>
      <p:sp>
        <p:nvSpPr>
          <p:cNvPr id="965" name="TextBox 964">
            <a:extLst>
              <a:ext uri="{FF2B5EF4-FFF2-40B4-BE49-F238E27FC236}">
                <a16:creationId xmlns:a16="http://schemas.microsoft.com/office/drawing/2014/main" id="{8F39B515-AA20-6995-D187-CD4575EF9606}"/>
              </a:ext>
            </a:extLst>
          </p:cNvPr>
          <p:cNvSpPr txBox="1"/>
          <p:nvPr/>
        </p:nvSpPr>
        <p:spPr>
          <a:xfrm>
            <a:off x="750344" y="445199"/>
            <a:ext cx="1502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</a:rPr>
              <a:t>Same model</a:t>
            </a:r>
            <a:endParaRPr lang="ko-KR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A634130B-72AD-4DE4-832F-C04D8B7651D3}"/>
              </a:ext>
            </a:extLst>
          </p:cNvPr>
          <p:cNvCxnSpPr>
            <a:cxnSpLocks/>
            <a:stCxn id="904" idx="3"/>
            <a:endCxn id="932" idx="3"/>
          </p:cNvCxnSpPr>
          <p:nvPr/>
        </p:nvCxnSpPr>
        <p:spPr>
          <a:xfrm flipV="1">
            <a:off x="11147658" y="2624663"/>
            <a:ext cx="628488" cy="971492"/>
          </a:xfrm>
          <a:prstGeom prst="bentConnector3">
            <a:avLst>
              <a:gd name="adj1" fmla="val 136373"/>
            </a:avLst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296754BF-01B7-4D81-AF99-4E7D16F950E2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107684" y="2855769"/>
            <a:ext cx="612654" cy="345599"/>
          </a:xfrm>
          <a:prstGeom prst="bentConnector3">
            <a:avLst>
              <a:gd name="adj1" fmla="val 11650"/>
            </a:avLst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: Elbow 961">
            <a:extLst>
              <a:ext uri="{FF2B5EF4-FFF2-40B4-BE49-F238E27FC236}">
                <a16:creationId xmlns:a16="http://schemas.microsoft.com/office/drawing/2014/main" id="{807C4898-4D81-4B71-A26E-9FCD771DA83A}"/>
              </a:ext>
            </a:extLst>
          </p:cNvPr>
          <p:cNvCxnSpPr>
            <a:cxnSpLocks/>
          </p:cNvCxnSpPr>
          <p:nvPr/>
        </p:nvCxnSpPr>
        <p:spPr>
          <a:xfrm flipH="1" flipV="1">
            <a:off x="752921" y="1443303"/>
            <a:ext cx="11070494" cy="1627140"/>
          </a:xfrm>
          <a:prstGeom prst="bentConnector4">
            <a:avLst>
              <a:gd name="adj1" fmla="val -2065"/>
              <a:gd name="adj2" fmla="val 176860"/>
            </a:avLst>
          </a:prstGeom>
          <a:ln w="9525">
            <a:solidFill>
              <a:schemeClr val="tx1">
                <a:lumMod val="95000"/>
                <a:lumOff val="5000"/>
              </a:schemeClr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S839">
            <a:extLst>
              <a:ext uri="{FF2B5EF4-FFF2-40B4-BE49-F238E27FC236}">
                <a16:creationId xmlns:a16="http://schemas.microsoft.com/office/drawing/2014/main" id="{DD5514D0-5B40-D3F3-DDD5-5E920C216134}"/>
              </a:ext>
            </a:extLst>
          </p:cNvPr>
          <p:cNvSpPr/>
          <p:nvPr/>
        </p:nvSpPr>
        <p:spPr>
          <a:xfrm>
            <a:off x="6103649" y="5301905"/>
            <a:ext cx="1200636" cy="2286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Selection</a:t>
            </a:r>
          </a:p>
        </p:txBody>
      </p: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B96E1E7C-3DB8-4DFE-B1AD-EE12B611CD7D}"/>
              </a:ext>
            </a:extLst>
          </p:cNvPr>
          <p:cNvCxnSpPr>
            <a:stCxn id="904" idx="3"/>
          </p:cNvCxnSpPr>
          <p:nvPr/>
        </p:nvCxnSpPr>
        <p:spPr>
          <a:xfrm flipV="1">
            <a:off x="11147658" y="3246380"/>
            <a:ext cx="0" cy="349775"/>
          </a:xfrm>
          <a:prstGeom prst="straightConnector1">
            <a:avLst/>
          </a:prstGeom>
          <a:ln w="952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Straight Arrow Connector 929">
            <a:extLst>
              <a:ext uri="{FF2B5EF4-FFF2-40B4-BE49-F238E27FC236}">
                <a16:creationId xmlns:a16="http://schemas.microsoft.com/office/drawing/2014/main" id="{87B1A5CB-9787-D7EB-81C6-A7996250D6EA}"/>
              </a:ext>
            </a:extLst>
          </p:cNvPr>
          <p:cNvCxnSpPr>
            <a:cxnSpLocks/>
          </p:cNvCxnSpPr>
          <p:nvPr/>
        </p:nvCxnSpPr>
        <p:spPr>
          <a:xfrm flipV="1">
            <a:off x="11064705" y="2722241"/>
            <a:ext cx="0" cy="141105"/>
          </a:xfrm>
          <a:prstGeom prst="straightConnector1">
            <a:avLst/>
          </a:prstGeom>
          <a:ln w="9525">
            <a:solidFill>
              <a:schemeClr val="tx1">
                <a:lumMod val="95000"/>
                <a:lumOff val="5000"/>
              </a:schemeClr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6" name="S802">
            <a:extLst>
              <a:ext uri="{FF2B5EF4-FFF2-40B4-BE49-F238E27FC236}">
                <a16:creationId xmlns:a16="http://schemas.microsoft.com/office/drawing/2014/main" id="{E11FA850-3520-01B9-24E8-A13124DEF17E}"/>
              </a:ext>
            </a:extLst>
          </p:cNvPr>
          <p:cNvSpPr/>
          <p:nvPr/>
        </p:nvSpPr>
        <p:spPr>
          <a:xfrm>
            <a:off x="10241211" y="3991048"/>
            <a:ext cx="1422631" cy="199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C0C0C0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 1 detections</a:t>
            </a:r>
          </a:p>
        </p:txBody>
      </p:sp>
      <p:grpSp>
        <p:nvGrpSpPr>
          <p:cNvPr id="684" name="Group 683">
            <a:extLst>
              <a:ext uri="{FF2B5EF4-FFF2-40B4-BE49-F238E27FC236}">
                <a16:creationId xmlns:a16="http://schemas.microsoft.com/office/drawing/2014/main" id="{032FAA80-4239-2E1A-8F85-9A8B7471C633}"/>
              </a:ext>
            </a:extLst>
          </p:cNvPr>
          <p:cNvGrpSpPr/>
          <p:nvPr/>
        </p:nvGrpSpPr>
        <p:grpSpPr>
          <a:xfrm>
            <a:off x="8716751" y="3522415"/>
            <a:ext cx="1308814" cy="698500"/>
            <a:chOff x="9600551" y="3581068"/>
            <a:chExt cx="1184323" cy="698500"/>
          </a:xfrm>
        </p:grpSpPr>
        <p:sp>
          <p:nvSpPr>
            <p:cNvPr id="160" name="S727">
              <a:extLst>
                <a:ext uri="{FF2B5EF4-FFF2-40B4-BE49-F238E27FC236}">
                  <a16:creationId xmlns:a16="http://schemas.microsoft.com/office/drawing/2014/main" id="{454BEFE0-E6A4-1D64-1E04-EE16FBC6C001}"/>
                </a:ext>
              </a:extLst>
            </p:cNvPr>
            <p:cNvSpPr/>
            <p:nvPr/>
          </p:nvSpPr>
          <p:spPr>
            <a:xfrm>
              <a:off x="9628518" y="3581068"/>
              <a:ext cx="1100442" cy="698500"/>
            </a:xfrm>
            <a:prstGeom prst="roundRect">
              <a:avLst>
                <a:gd name="adj" fmla="val 8000"/>
              </a:avLst>
            </a:prstGeom>
            <a:solidFill>
              <a:srgbClr val="DCC8EE"/>
            </a:solidFill>
            <a:ln w="12700">
              <a:solidFill>
                <a:srgbClr val="9B6BBF"/>
              </a:solidFill>
            </a:ln>
          </p:spPr>
          <p:txBody>
            <a:bodyPr/>
            <a:lstStyle/>
            <a:p>
              <a:endParaRPr lang="en-US" sz="3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L728">
              <a:extLst>
                <a:ext uri="{FF2B5EF4-FFF2-40B4-BE49-F238E27FC236}">
                  <a16:creationId xmlns:a16="http://schemas.microsoft.com/office/drawing/2014/main" id="{04D1983D-38A2-6245-CEEF-E870339617E6}"/>
                </a:ext>
              </a:extLst>
            </p:cNvPr>
            <p:cNvSpPr/>
            <p:nvPr/>
          </p:nvSpPr>
          <p:spPr>
            <a:xfrm>
              <a:off x="9600551" y="3587971"/>
              <a:ext cx="1184323" cy="1294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en-US" sz="14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Detection Head</a:t>
              </a:r>
            </a:p>
          </p:txBody>
        </p:sp>
        <p:sp>
          <p:nvSpPr>
            <p:cNvPr id="162" name="S729">
              <a:extLst>
                <a:ext uri="{FF2B5EF4-FFF2-40B4-BE49-F238E27FC236}">
                  <a16:creationId xmlns:a16="http://schemas.microsoft.com/office/drawing/2014/main" id="{E825CF54-DB6C-8B20-8AC8-75F19F332CFA}"/>
                </a:ext>
              </a:extLst>
            </p:cNvPr>
            <p:cNvSpPr/>
            <p:nvPr/>
          </p:nvSpPr>
          <p:spPr>
            <a:xfrm>
              <a:off x="9780917" y="3803318"/>
              <a:ext cx="861170" cy="203200"/>
            </a:xfrm>
            <a:prstGeom prst="roundRect">
              <a:avLst>
                <a:gd name="adj" fmla="val 15000"/>
              </a:avLst>
            </a:prstGeom>
            <a:solidFill>
              <a:srgbClr val="FFFDE7"/>
            </a:solidFill>
            <a:ln w="12700">
              <a:solidFill>
                <a:srgbClr val="C0C0C0"/>
              </a:solidFill>
            </a:ln>
          </p:spPr>
          <p:txBody>
            <a:bodyPr wrap="square" lIns="36000" tIns="18000" rIns="36000" bIns="1800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Class Head</a:t>
              </a:r>
            </a:p>
          </p:txBody>
        </p:sp>
        <p:sp>
          <p:nvSpPr>
            <p:cNvPr id="163" name="S730">
              <a:extLst>
                <a:ext uri="{FF2B5EF4-FFF2-40B4-BE49-F238E27FC236}">
                  <a16:creationId xmlns:a16="http://schemas.microsoft.com/office/drawing/2014/main" id="{9CA8214E-B725-5F68-8675-9CD939C47544}"/>
                </a:ext>
              </a:extLst>
            </p:cNvPr>
            <p:cNvSpPr/>
            <p:nvPr/>
          </p:nvSpPr>
          <p:spPr>
            <a:xfrm>
              <a:off x="9780917" y="4025568"/>
              <a:ext cx="858293" cy="203200"/>
            </a:xfrm>
            <a:prstGeom prst="roundRect">
              <a:avLst>
                <a:gd name="adj" fmla="val 15000"/>
              </a:avLst>
            </a:prstGeom>
            <a:solidFill>
              <a:srgbClr val="FFFDE7"/>
            </a:solidFill>
            <a:ln w="12700">
              <a:solidFill>
                <a:srgbClr val="C0C0C0"/>
              </a:solidFill>
            </a:ln>
          </p:spPr>
          <p:txBody>
            <a:bodyPr wrap="square" lIns="36000" tIns="18000" rIns="36000" bIns="1800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Box Head</a:t>
              </a:r>
            </a:p>
          </p:txBody>
        </p:sp>
      </p:grp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9F6AA357-A197-42FC-8C1C-A401A0C4FB85}"/>
              </a:ext>
            </a:extLst>
          </p:cNvPr>
          <p:cNvCxnSpPr>
            <a:cxnSpLocks/>
            <a:stCxn id="932" idx="1"/>
            <a:endCxn id="866" idx="2"/>
          </p:cNvCxnSpPr>
          <p:nvPr/>
        </p:nvCxnSpPr>
        <p:spPr>
          <a:xfrm rot="10800000" flipH="1">
            <a:off x="10177676" y="2019295"/>
            <a:ext cx="43874" cy="605369"/>
          </a:xfrm>
          <a:prstGeom prst="bentConnector4">
            <a:avLst>
              <a:gd name="adj1" fmla="val -521038"/>
              <a:gd name="adj2" fmla="val 5823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6456F0F-E385-487C-B96D-26231A45D3F6}"/>
              </a:ext>
            </a:extLst>
          </p:cNvPr>
          <p:cNvCxnSpPr>
            <a:endCxn id="904" idx="3"/>
          </p:cNvCxnSpPr>
          <p:nvPr/>
        </p:nvCxnSpPr>
        <p:spPr>
          <a:xfrm>
            <a:off x="11147658" y="3596155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8207D06-419F-4DA1-A105-38E21DB49D90}"/>
              </a:ext>
            </a:extLst>
          </p:cNvPr>
          <p:cNvCxnSpPr>
            <a:cxnSpLocks/>
          </p:cNvCxnSpPr>
          <p:nvPr/>
        </p:nvCxnSpPr>
        <p:spPr>
          <a:xfrm>
            <a:off x="11091252" y="3596940"/>
            <a:ext cx="15661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501"/>
          <p:cNvSpPr/>
          <p:nvPr/>
        </p:nvSpPr>
        <p:spPr>
          <a:xfrm>
            <a:off x="5143500" y="101600"/>
            <a:ext cx="1905000" cy="406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Input Image (1920×1080)</a:t>
            </a:r>
          </a:p>
        </p:txBody>
      </p:sp>
      <p:cxnSp>
        <p:nvCxnSpPr>
          <p:cNvPr id="502" name="C502"/>
          <p:cNvCxnSpPr/>
          <p:nvPr/>
        </p:nvCxnSpPr>
        <p:spPr>
          <a:xfrm>
            <a:off x="6096000" y="508000"/>
            <a:ext cx="6350" cy="127000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03" name="S503"/>
          <p:cNvSpPr/>
          <p:nvPr/>
        </p:nvSpPr>
        <p:spPr>
          <a:xfrm>
            <a:off x="4318000" y="635000"/>
            <a:ext cx="3556000" cy="6096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RF-DETR DINOv2 ViT-S/16 Backbone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Block 4 → P3 [B,384,36,36] + Self-Attention Map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Block 6,9,12 → P4, P5 (unchanged)</a:t>
            </a:r>
          </a:p>
        </p:txBody>
      </p:sp>
      <p:sp>
        <p:nvSpPr>
          <p:cNvPr id="505" name="S505"/>
          <p:cNvSpPr/>
          <p:nvPr/>
        </p:nvSpPr>
        <p:spPr>
          <a:xfrm>
            <a:off x="4191001" y="1582013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CNN Branch</a:t>
            </a:r>
          </a:p>
          <a:p>
            <a:pPr algn="ctr">
              <a:lnSpc>
                <a:spcPts val="12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stride-8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[B,256,72,72]</a:t>
            </a:r>
          </a:p>
        </p:txBody>
      </p:sp>
      <p:sp>
        <p:nvSpPr>
          <p:cNvPr id="506" name="S506"/>
          <p:cNvSpPr/>
          <p:nvPr/>
        </p:nvSpPr>
        <p:spPr>
          <a:xfrm>
            <a:off x="6350000" y="1570228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Attn Prior A</a:t>
            </a:r>
          </a:p>
          <a:p>
            <a:pPr algn="ctr">
              <a:lnSpc>
                <a:spcPts val="12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(Block4 CLS)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[B,1,72,72]</a:t>
            </a:r>
          </a:p>
        </p:txBody>
      </p:sp>
      <p:sp>
        <p:nvSpPr>
          <p:cNvPr id="509" name="S509"/>
          <p:cNvSpPr/>
          <p:nvPr/>
        </p:nvSpPr>
        <p:spPr>
          <a:xfrm>
            <a:off x="5080000" y="2563063"/>
            <a:ext cx="2032000" cy="533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Small Object Heatmap S</a:t>
            </a:r>
          </a:p>
          <a:p>
            <a:pPr algn="ctr">
              <a:lnSpc>
                <a:spcPts val="12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Eq.(1)  [B,1,72,72]</a:t>
            </a:r>
          </a:p>
        </p:txBody>
      </p:sp>
      <p:cxnSp>
        <p:nvCxnSpPr>
          <p:cNvPr id="512" name="C512"/>
          <p:cNvCxnSpPr>
            <a:cxnSpLocks/>
            <a:stCxn id="509" idx="2"/>
            <a:endCxn id="513" idx="0"/>
          </p:cNvCxnSpPr>
          <p:nvPr/>
        </p:nvCxnSpPr>
        <p:spPr>
          <a:xfrm>
            <a:off x="6096000" y="3096463"/>
            <a:ext cx="0" cy="143764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13" name="S513"/>
          <p:cNvSpPr/>
          <p:nvPr/>
        </p:nvSpPr>
        <p:spPr>
          <a:xfrm>
            <a:off x="4912242" y="3240227"/>
            <a:ext cx="2367516" cy="406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Top-K Selection  Top 25% Tokens</a:t>
            </a:r>
          </a:p>
        </p:txBody>
      </p:sp>
      <p:cxnSp>
        <p:nvCxnSpPr>
          <p:cNvPr id="514" name="C514"/>
          <p:cNvCxnSpPr>
            <a:cxnSpLocks/>
            <a:stCxn id="513" idx="2"/>
            <a:endCxn id="515" idx="0"/>
          </p:cNvCxnSpPr>
          <p:nvPr/>
        </p:nvCxnSpPr>
        <p:spPr>
          <a:xfrm>
            <a:off x="6096000" y="3646627"/>
            <a:ext cx="0" cy="177800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15" name="S515"/>
          <p:cNvSpPr/>
          <p:nvPr/>
        </p:nvSpPr>
        <p:spPr>
          <a:xfrm>
            <a:off x="4318000" y="3824427"/>
            <a:ext cx="3556000" cy="787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[SCA] Cross-Attention  Eq.(4),(5)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Q = All ViT Tokens (+2D Sin PE)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K,V = Top-K CNN Tokens (+PE)</a:t>
            </a:r>
          </a:p>
          <a:p>
            <a:pPr algn="ctr">
              <a:lnSpc>
                <a:spcPts val="1200"/>
              </a:lnSpc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P3’ = P3 + α · CA(Q,K,V)</a:t>
            </a:r>
          </a:p>
        </p:txBody>
      </p:sp>
      <p:cxnSp>
        <p:nvCxnSpPr>
          <p:cNvPr id="516" name="C516"/>
          <p:cNvCxnSpPr>
            <a:cxnSpLocks/>
            <a:endCxn id="517" idx="0"/>
          </p:cNvCxnSpPr>
          <p:nvPr/>
        </p:nvCxnSpPr>
        <p:spPr>
          <a:xfrm>
            <a:off x="6096000" y="4611827"/>
            <a:ext cx="0" cy="203505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17" name="S517"/>
          <p:cNvSpPr/>
          <p:nvPr/>
        </p:nvSpPr>
        <p:spPr>
          <a:xfrm>
            <a:off x="4508500" y="4815332"/>
            <a:ext cx="3175000" cy="4826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NAS Projector → NAS Decoder (unchanged)</a:t>
            </a:r>
          </a:p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cs typeface="Arial" pitchFamily="34" charset="0"/>
              </a:rPr>
              <a:t>→ Detection Output</a:t>
            </a:r>
          </a:p>
        </p:txBody>
      </p:sp>
      <p:cxnSp>
        <p:nvCxnSpPr>
          <p:cNvPr id="519" name="C519"/>
          <p:cNvCxnSpPr>
            <a:cxnSpLocks/>
            <a:stCxn id="517" idx="2"/>
            <a:endCxn id="520" idx="0"/>
          </p:cNvCxnSpPr>
          <p:nvPr/>
        </p:nvCxnSpPr>
        <p:spPr>
          <a:xfrm>
            <a:off x="6096000" y="5297932"/>
            <a:ext cx="0" cy="192024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20" name="S520"/>
          <p:cNvSpPr/>
          <p:nvPr/>
        </p:nvSpPr>
        <p:spPr>
          <a:xfrm>
            <a:off x="4445000" y="5489956"/>
            <a:ext cx="3302000" cy="5842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[NWD] Hungarian Matching  Eq.(6),(10)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C_SAW = Focal + L1 + (1−NWD)</a:t>
            </a:r>
          </a:p>
          <a:p>
            <a:pPr algn="ctr">
              <a:lnSpc>
                <a:spcPts val="12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NWD: Eq.(7),(8),(9)</a:t>
            </a:r>
          </a:p>
        </p:txBody>
      </p:sp>
      <p:cxnSp>
        <p:nvCxnSpPr>
          <p:cNvPr id="522" name="C522"/>
          <p:cNvCxnSpPr>
            <a:cxnSpLocks/>
            <a:stCxn id="520" idx="2"/>
            <a:endCxn id="523" idx="0"/>
          </p:cNvCxnSpPr>
          <p:nvPr/>
        </p:nvCxnSpPr>
        <p:spPr>
          <a:xfrm>
            <a:off x="6096000" y="6074156"/>
            <a:ext cx="0" cy="165100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23" name="S523"/>
          <p:cNvSpPr/>
          <p:nvPr/>
        </p:nvSpPr>
        <p:spPr>
          <a:xfrm>
            <a:off x="4445000" y="6239256"/>
            <a:ext cx="3302000" cy="4826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5875">
            <a:solidFill>
              <a:srgbClr val="34D399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Auxiliary Supervision  Eq.(2),(3)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L_aux = Focal Loss(S, GT heatmap)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A78719A-54F4-12D4-AF50-8EB9B9571A26}"/>
              </a:ext>
            </a:extLst>
          </p:cNvPr>
          <p:cNvCxnSpPr>
            <a:stCxn id="505" idx="2"/>
            <a:endCxn id="509" idx="0"/>
          </p:cNvCxnSpPr>
          <p:nvPr/>
        </p:nvCxnSpPr>
        <p:spPr>
          <a:xfrm rot="16200000" flipH="1">
            <a:off x="5383225" y="1850288"/>
            <a:ext cx="346050" cy="1079499"/>
          </a:xfrm>
          <a:prstGeom prst="bentConnector3">
            <a:avLst>
              <a:gd name="adj1" fmla="val 45770"/>
            </a:avLst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D529D6B-F3E1-4F12-ACFA-9580A3D1ECDA}"/>
              </a:ext>
            </a:extLst>
          </p:cNvPr>
          <p:cNvCxnSpPr>
            <a:stCxn id="506" idx="2"/>
            <a:endCxn id="509" idx="0"/>
          </p:cNvCxnSpPr>
          <p:nvPr/>
        </p:nvCxnSpPr>
        <p:spPr>
          <a:xfrm rot="5400000">
            <a:off x="6456833" y="1844395"/>
            <a:ext cx="357835" cy="1079500"/>
          </a:xfrm>
          <a:prstGeom prst="bentConnector3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EB305AA-7DC6-0078-01C3-964336EF8B69}"/>
              </a:ext>
            </a:extLst>
          </p:cNvPr>
          <p:cNvCxnSpPr>
            <a:stCxn id="503" idx="2"/>
            <a:endCxn id="506" idx="0"/>
          </p:cNvCxnSpPr>
          <p:nvPr/>
        </p:nvCxnSpPr>
        <p:spPr>
          <a:xfrm rot="16200000" flipH="1">
            <a:off x="6472936" y="867664"/>
            <a:ext cx="325628" cy="1079500"/>
          </a:xfrm>
          <a:prstGeom prst="bentConnector3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A083F274-DBAF-0A52-8CEA-DAF1025E0D5E}"/>
              </a:ext>
            </a:extLst>
          </p:cNvPr>
          <p:cNvCxnSpPr>
            <a:stCxn id="503" idx="2"/>
            <a:endCxn id="505" idx="0"/>
          </p:cNvCxnSpPr>
          <p:nvPr/>
        </p:nvCxnSpPr>
        <p:spPr>
          <a:xfrm rot="5400000">
            <a:off x="5387545" y="873557"/>
            <a:ext cx="337413" cy="1079499"/>
          </a:xfrm>
          <a:prstGeom prst="bentConnector3">
            <a:avLst>
              <a:gd name="adj1" fmla="val 47832"/>
            </a:avLst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80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A3CC661-AB75-47AB-B1BB-7D8C376E44E0}"/>
              </a:ext>
            </a:extLst>
          </p:cNvPr>
          <p:cNvSpPr/>
          <p:nvPr/>
        </p:nvSpPr>
        <p:spPr>
          <a:xfrm>
            <a:off x="4203277" y="3727851"/>
            <a:ext cx="3760037" cy="95879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1" name="S501"/>
          <p:cNvSpPr/>
          <p:nvPr/>
        </p:nvSpPr>
        <p:spPr>
          <a:xfrm>
            <a:off x="5143500" y="101600"/>
            <a:ext cx="1905000" cy="406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Input Image (1920×1080)</a:t>
            </a:r>
          </a:p>
        </p:txBody>
      </p:sp>
      <p:cxnSp>
        <p:nvCxnSpPr>
          <p:cNvPr id="502" name="C502"/>
          <p:cNvCxnSpPr/>
          <p:nvPr/>
        </p:nvCxnSpPr>
        <p:spPr>
          <a:xfrm>
            <a:off x="6096000" y="508000"/>
            <a:ext cx="6350" cy="127000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03" name="S503"/>
          <p:cNvSpPr/>
          <p:nvPr/>
        </p:nvSpPr>
        <p:spPr>
          <a:xfrm>
            <a:off x="4318000" y="635000"/>
            <a:ext cx="3556000" cy="6096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RF-DETR DINOv2 ViT-S/16 Backbone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Block 4 → P3 [384,36,36] + Self-Attention Map</a:t>
            </a:r>
          </a:p>
        </p:txBody>
      </p:sp>
      <p:sp>
        <p:nvSpPr>
          <p:cNvPr id="505" name="S505"/>
          <p:cNvSpPr/>
          <p:nvPr/>
        </p:nvSpPr>
        <p:spPr>
          <a:xfrm>
            <a:off x="4191001" y="1582013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CNN Branch</a:t>
            </a:r>
          </a:p>
          <a:p>
            <a:pPr algn="ctr">
              <a:lnSpc>
                <a:spcPts val="12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stride-8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[256,72,72]</a:t>
            </a:r>
          </a:p>
        </p:txBody>
      </p:sp>
      <p:sp>
        <p:nvSpPr>
          <p:cNvPr id="506" name="S506"/>
          <p:cNvSpPr/>
          <p:nvPr/>
        </p:nvSpPr>
        <p:spPr>
          <a:xfrm>
            <a:off x="6350000" y="1570228"/>
            <a:ext cx="1651000" cy="635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Block 4 CLS</a:t>
            </a:r>
          </a:p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Attention Map</a:t>
            </a:r>
            <a:endParaRPr lang="en-US" sz="900" dirty="0">
              <a:solidFill>
                <a:srgbClr val="555555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[1,72,72]</a:t>
            </a:r>
          </a:p>
        </p:txBody>
      </p:sp>
      <p:sp>
        <p:nvSpPr>
          <p:cNvPr id="509" name="S509"/>
          <p:cNvSpPr/>
          <p:nvPr/>
        </p:nvSpPr>
        <p:spPr>
          <a:xfrm>
            <a:off x="5080000" y="2563063"/>
            <a:ext cx="2032000" cy="533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Small Object Heatmap</a:t>
            </a:r>
          </a:p>
          <a:p>
            <a:pPr algn="ctr">
              <a:lnSpc>
                <a:spcPts val="12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Eq.(1)  [1,72,72]</a:t>
            </a:r>
          </a:p>
        </p:txBody>
      </p:sp>
      <p:cxnSp>
        <p:nvCxnSpPr>
          <p:cNvPr id="512" name="C512"/>
          <p:cNvCxnSpPr>
            <a:cxnSpLocks/>
            <a:stCxn id="509" idx="2"/>
            <a:endCxn id="513" idx="0"/>
          </p:cNvCxnSpPr>
          <p:nvPr/>
        </p:nvCxnSpPr>
        <p:spPr>
          <a:xfrm>
            <a:off x="6096000" y="3096463"/>
            <a:ext cx="0" cy="143764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13" name="S513"/>
          <p:cNvSpPr/>
          <p:nvPr/>
        </p:nvSpPr>
        <p:spPr>
          <a:xfrm>
            <a:off x="4912242" y="3240227"/>
            <a:ext cx="2367516" cy="406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Top-K Selection  Top 25% Tokens</a:t>
            </a:r>
          </a:p>
        </p:txBody>
      </p:sp>
      <p:cxnSp>
        <p:nvCxnSpPr>
          <p:cNvPr id="514" name="C514"/>
          <p:cNvCxnSpPr>
            <a:cxnSpLocks/>
            <a:stCxn id="513" idx="2"/>
            <a:endCxn id="515" idx="0"/>
          </p:cNvCxnSpPr>
          <p:nvPr/>
        </p:nvCxnSpPr>
        <p:spPr>
          <a:xfrm>
            <a:off x="6096000" y="3646627"/>
            <a:ext cx="0" cy="177800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15" name="S515"/>
          <p:cNvSpPr/>
          <p:nvPr/>
        </p:nvSpPr>
        <p:spPr>
          <a:xfrm>
            <a:off x="4318000" y="3824427"/>
            <a:ext cx="3556000" cy="787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[SCA] Cross-Attention  Eq.(4),(5)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Q = All ViT Tokens </a:t>
            </a:r>
          </a:p>
          <a:p>
            <a:pPr algn="ctr">
              <a:lnSpc>
                <a:spcPts val="1200"/>
              </a:lnSpc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K,V = Top-K CNN Tokens (+2D Sin PE)</a:t>
            </a:r>
          </a:p>
          <a:p>
            <a:pPr algn="ctr">
              <a:lnSpc>
                <a:spcPts val="1200"/>
              </a:lnSpc>
            </a:pPr>
            <a:r>
              <a:rPr lang="en-US" altLang="ko-KR" sz="9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P3' = P3 + </a:t>
            </a:r>
            <a:r>
              <a:rPr lang="en-US" altLang="ko-KR" sz="9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α </a:t>
            </a:r>
            <a:r>
              <a:rPr lang="en-US" altLang="ko-KR" sz="9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_gate · CA(Q,K,V) (a = 0.01 </a:t>
            </a:r>
            <a:r>
              <a:rPr lang="en-US" altLang="ko-KR" sz="900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altLang="ko-KR" sz="9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900" b="1" dirty="0"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516" name="C516"/>
          <p:cNvCxnSpPr>
            <a:cxnSpLocks/>
            <a:endCxn id="517" idx="0"/>
          </p:cNvCxnSpPr>
          <p:nvPr/>
        </p:nvCxnSpPr>
        <p:spPr>
          <a:xfrm>
            <a:off x="6096000" y="4611827"/>
            <a:ext cx="0" cy="203505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17" name="S517"/>
          <p:cNvSpPr/>
          <p:nvPr/>
        </p:nvSpPr>
        <p:spPr>
          <a:xfrm>
            <a:off x="4508500" y="4815332"/>
            <a:ext cx="3175000" cy="4826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NAS Projector → NAS Decoder (unchanged)</a:t>
            </a:r>
          </a:p>
          <a:p>
            <a:pPr algn="ctr">
              <a:lnSpc>
                <a:spcPts val="1200"/>
              </a:lnSpc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cs typeface="Arial" pitchFamily="34" charset="0"/>
              </a:rPr>
              <a:t>→ Detection Output</a:t>
            </a:r>
          </a:p>
        </p:txBody>
      </p:sp>
      <p:cxnSp>
        <p:nvCxnSpPr>
          <p:cNvPr id="519" name="C519"/>
          <p:cNvCxnSpPr>
            <a:cxnSpLocks/>
            <a:stCxn id="517" idx="2"/>
            <a:endCxn id="520" idx="0"/>
          </p:cNvCxnSpPr>
          <p:nvPr/>
        </p:nvCxnSpPr>
        <p:spPr>
          <a:xfrm>
            <a:off x="6096000" y="5297932"/>
            <a:ext cx="0" cy="192024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20" name="S520"/>
          <p:cNvSpPr/>
          <p:nvPr/>
        </p:nvSpPr>
        <p:spPr>
          <a:xfrm>
            <a:off x="4445000" y="5489956"/>
            <a:ext cx="3302000" cy="5842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[NWD] Hungarian Matching  Eq.(6),(10)</a:t>
            </a:r>
          </a:p>
          <a:p>
            <a:pPr algn="ctr">
              <a:lnSpc>
                <a:spcPts val="12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C_SAW = Focal + L1 + (1−NWD)</a:t>
            </a:r>
          </a:p>
          <a:p>
            <a:pPr algn="ctr">
              <a:lnSpc>
                <a:spcPts val="12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NWD: Eq.(7),(8),(9)</a:t>
            </a:r>
          </a:p>
        </p:txBody>
      </p:sp>
      <p:cxnSp>
        <p:nvCxnSpPr>
          <p:cNvPr id="522" name="C522"/>
          <p:cNvCxnSpPr>
            <a:cxnSpLocks/>
            <a:stCxn id="520" idx="2"/>
            <a:endCxn id="523" idx="0"/>
          </p:cNvCxnSpPr>
          <p:nvPr/>
        </p:nvCxnSpPr>
        <p:spPr>
          <a:xfrm>
            <a:off x="6096000" y="6074156"/>
            <a:ext cx="0" cy="165100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523" name="S523"/>
          <p:cNvSpPr/>
          <p:nvPr/>
        </p:nvSpPr>
        <p:spPr>
          <a:xfrm>
            <a:off x="4445000" y="6239256"/>
            <a:ext cx="3302000" cy="4826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5875">
            <a:solidFill>
              <a:srgbClr val="34D399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2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Auxiliary Supervision  Eq.(2),(3)</a:t>
            </a:r>
          </a:p>
          <a:p>
            <a:pPr algn="ctr">
              <a:lnSpc>
                <a:spcPts val="1200"/>
              </a:lnSpc>
            </a:pPr>
            <a:r>
              <a:rPr lang="fr-FR" altLang="ko-KR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L_aux = Focal Loss Eq.(2),(3)</a:t>
            </a:r>
            <a:endParaRPr lang="en-US" sz="1000" dirty="0"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A78719A-54F4-12D4-AF50-8EB9B9571A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83225" y="1859714"/>
            <a:ext cx="346050" cy="1079499"/>
          </a:xfrm>
          <a:prstGeom prst="bentConnector3">
            <a:avLst>
              <a:gd name="adj1" fmla="val 45770"/>
            </a:avLst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D529D6B-F3E1-4F12-ACFA-9580A3D1ECDA}"/>
              </a:ext>
            </a:extLst>
          </p:cNvPr>
          <p:cNvCxnSpPr>
            <a:stCxn id="506" idx="2"/>
            <a:endCxn id="509" idx="0"/>
          </p:cNvCxnSpPr>
          <p:nvPr/>
        </p:nvCxnSpPr>
        <p:spPr>
          <a:xfrm rot="5400000">
            <a:off x="6456833" y="1844395"/>
            <a:ext cx="357835" cy="1079500"/>
          </a:xfrm>
          <a:prstGeom prst="bentConnector3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EB305AA-7DC6-0078-01C3-964336EF8B69}"/>
              </a:ext>
            </a:extLst>
          </p:cNvPr>
          <p:cNvCxnSpPr>
            <a:stCxn id="503" idx="2"/>
            <a:endCxn id="506" idx="0"/>
          </p:cNvCxnSpPr>
          <p:nvPr/>
        </p:nvCxnSpPr>
        <p:spPr>
          <a:xfrm rot="16200000" flipH="1">
            <a:off x="6472936" y="867664"/>
            <a:ext cx="325628" cy="1079500"/>
          </a:xfrm>
          <a:prstGeom prst="bentConnector3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A083F274-DBAF-0A52-8CEA-DAF1025E0D5E}"/>
              </a:ext>
            </a:extLst>
          </p:cNvPr>
          <p:cNvCxnSpPr>
            <a:stCxn id="503" idx="2"/>
            <a:endCxn id="505" idx="0"/>
          </p:cNvCxnSpPr>
          <p:nvPr/>
        </p:nvCxnSpPr>
        <p:spPr>
          <a:xfrm rot="5400000">
            <a:off x="5387545" y="873557"/>
            <a:ext cx="337413" cy="1079499"/>
          </a:xfrm>
          <a:prstGeom prst="bentConnector3">
            <a:avLst>
              <a:gd name="adj1" fmla="val 47832"/>
            </a:avLst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DB19022A-2DFB-4691-85FB-2EB974F30113}"/>
              </a:ext>
            </a:extLst>
          </p:cNvPr>
          <p:cNvCxnSpPr>
            <a:stCxn id="503" idx="3"/>
            <a:endCxn id="517" idx="3"/>
          </p:cNvCxnSpPr>
          <p:nvPr/>
        </p:nvCxnSpPr>
        <p:spPr>
          <a:xfrm flipH="1">
            <a:off x="7683500" y="939800"/>
            <a:ext cx="190500" cy="4116832"/>
          </a:xfrm>
          <a:prstGeom prst="bentConnector3">
            <a:avLst>
              <a:gd name="adj1" fmla="val -243711"/>
            </a:avLst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365D566-A099-465A-8CBF-7EBDE0A38118}"/>
              </a:ext>
            </a:extLst>
          </p:cNvPr>
          <p:cNvSpPr txBox="1"/>
          <p:nvPr/>
        </p:nvSpPr>
        <p:spPr>
          <a:xfrm rot="5400000">
            <a:off x="7496672" y="2882422"/>
            <a:ext cx="18341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Block 6,9,12 → P4, P5 (unchanged)</a:t>
            </a:r>
          </a:p>
          <a:p>
            <a:endParaRPr lang="ko-KR" alt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56F44-97A5-4DE6-8B58-D1B4BD976386}"/>
              </a:ext>
            </a:extLst>
          </p:cNvPr>
          <p:cNvSpPr txBox="1"/>
          <p:nvPr/>
        </p:nvSpPr>
        <p:spPr>
          <a:xfrm>
            <a:off x="7577121" y="4706597"/>
            <a:ext cx="847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Heatmap</a:t>
            </a:r>
          </a:p>
          <a:p>
            <a:pPr algn="ct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supervision</a:t>
            </a:r>
            <a:endParaRPr lang="ko-KR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6DA66D99-8957-4352-B040-9C42EB106F2F}"/>
              </a:ext>
            </a:extLst>
          </p:cNvPr>
          <p:cNvCxnSpPr>
            <a:cxnSpLocks/>
            <a:stCxn id="505" idx="1"/>
            <a:endCxn id="515" idx="1"/>
          </p:cNvCxnSpPr>
          <p:nvPr/>
        </p:nvCxnSpPr>
        <p:spPr>
          <a:xfrm rot="10800000" flipH="1" flipV="1">
            <a:off x="4191000" y="1899513"/>
            <a:ext cx="126999" cy="2318614"/>
          </a:xfrm>
          <a:prstGeom prst="bentConnector3">
            <a:avLst>
              <a:gd name="adj1" fmla="val -180001"/>
            </a:avLst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43C6C3-35B4-4829-8D47-35DBF0097117}"/>
              </a:ext>
            </a:extLst>
          </p:cNvPr>
          <p:cNvSpPr txBox="1"/>
          <p:nvPr/>
        </p:nvSpPr>
        <p:spPr>
          <a:xfrm>
            <a:off x="3671279" y="3051699"/>
            <a:ext cx="4580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P3</a:t>
            </a:r>
            <a:endParaRPr lang="ko-KR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770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601"/>
          <p:cNvSpPr/>
          <p:nvPr/>
        </p:nvSpPr>
        <p:spPr>
          <a:xfrm>
            <a:off x="5143500" y="101600"/>
            <a:ext cx="1905000" cy="406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Input Image [3,576,576]</a:t>
            </a:r>
          </a:p>
        </p:txBody>
      </p:sp>
      <p:sp>
        <p:nvSpPr>
          <p:cNvPr id="603" name="S603"/>
          <p:cNvSpPr/>
          <p:nvPr/>
        </p:nvSpPr>
        <p:spPr>
          <a:xfrm>
            <a:off x="4064000" y="806450"/>
            <a:ext cx="1841500" cy="787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CNN Branch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Conv3x3 s2 ×3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Conv3x3 s1 ×1</a:t>
            </a:r>
          </a:p>
          <a:p>
            <a:pPr algn="ctr">
              <a:lnSpc>
                <a:spcPts val="1100"/>
              </a:lnSpc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GroupNorm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 +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ReLU</a:t>
            </a:r>
            <a:endParaRPr lang="en-US" sz="1000" dirty="0">
              <a:solidFill>
                <a:srgbClr val="555555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4" name="S604"/>
          <p:cNvSpPr/>
          <p:nvPr/>
        </p:nvSpPr>
        <p:spPr>
          <a:xfrm>
            <a:off x="6291836" y="819607"/>
            <a:ext cx="1841500" cy="7874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9050">
            <a:solidFill>
              <a:srgbClr val="34D399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DINOv2 ViT-S/16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Block 4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Self-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Attentionn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 Map</a:t>
            </a:r>
          </a:p>
        </p:txBody>
      </p:sp>
      <p:sp>
        <p:nvSpPr>
          <p:cNvPr id="607" name="S607"/>
          <p:cNvSpPr/>
          <p:nvPr/>
        </p:nvSpPr>
        <p:spPr>
          <a:xfrm>
            <a:off x="4130219" y="1767694"/>
            <a:ext cx="1715164" cy="457377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CNN feature map</a:t>
            </a:r>
          </a:p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 [Batch Size,256,72,72]</a:t>
            </a:r>
          </a:p>
        </p:txBody>
      </p:sp>
      <p:sp>
        <p:nvSpPr>
          <p:cNvPr id="609" name="S609"/>
          <p:cNvSpPr/>
          <p:nvPr/>
        </p:nvSpPr>
        <p:spPr>
          <a:xfrm>
            <a:off x="6355004" y="1783716"/>
            <a:ext cx="1715164" cy="457377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34D399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Block 4 CLS attention map [Batch Size,1,72,72]</a:t>
            </a:r>
          </a:p>
          <a:p>
            <a:pPr algn="ctr">
              <a:lnSpc>
                <a:spcPts val="1100"/>
              </a:lnSpc>
            </a:pPr>
            <a:r>
              <a:rPr lang="en-US" sz="10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sz="1000" b="1" dirty="0" err="1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upsampled</a:t>
            </a:r>
            <a:r>
              <a:rPr lang="en-US" sz="10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 from 36x36)</a:t>
            </a:r>
          </a:p>
        </p:txBody>
      </p:sp>
      <p:sp>
        <p:nvSpPr>
          <p:cNvPr id="611" name="S611"/>
          <p:cNvSpPr/>
          <p:nvPr/>
        </p:nvSpPr>
        <p:spPr>
          <a:xfrm>
            <a:off x="5025362" y="2678836"/>
            <a:ext cx="2141275" cy="4064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latin typeface="Arial" panose="020B0604020202020204" pitchFamily="34" charset="0"/>
                <a:cs typeface="Arial" pitchFamily="34" charset="0"/>
              </a:rPr>
              <a:t>Conv1x1 + Sigmoid</a:t>
            </a:r>
            <a:r>
              <a:rPr lang="en-US" altLang="ko-KR" sz="11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5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← Eq.(1)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[257,72,72]</a:t>
            </a:r>
            <a:r>
              <a:rPr lang="en-US" altLang="ko-KR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[1,72,72]</a:t>
            </a:r>
            <a:endParaRPr lang="en-US" sz="1000" b="1" dirty="0">
              <a:latin typeface="Arial" panose="020B0604020202020204" pitchFamily="34" charset="0"/>
              <a:cs typeface="Arial" pitchFamily="34" charset="0"/>
            </a:endParaRPr>
          </a:p>
        </p:txBody>
      </p:sp>
      <p:cxnSp>
        <p:nvCxnSpPr>
          <p:cNvPr id="614" name="C614"/>
          <p:cNvCxnSpPr>
            <a:cxnSpLocks/>
            <a:stCxn id="611" idx="2"/>
            <a:endCxn id="615" idx="0"/>
          </p:cNvCxnSpPr>
          <p:nvPr/>
        </p:nvCxnSpPr>
        <p:spPr>
          <a:xfrm>
            <a:off x="6096000" y="3085236"/>
            <a:ext cx="3349" cy="171349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615" name="S615"/>
          <p:cNvSpPr/>
          <p:nvPr/>
        </p:nvSpPr>
        <p:spPr>
          <a:xfrm>
            <a:off x="4898571" y="3256585"/>
            <a:ext cx="2401555" cy="3810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FDBA74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latin typeface="Arial" pitchFamily="34" charset="0"/>
                <a:cs typeface="Arial" pitchFamily="34" charset="0"/>
              </a:rPr>
              <a:t>Small Object Heatmap</a:t>
            </a:r>
          </a:p>
          <a:p>
            <a:pPr algn="ctr">
              <a:lnSpc>
                <a:spcPts val="1100"/>
              </a:lnSpc>
            </a:pPr>
            <a:r>
              <a:rPr lang="en-US" sz="1100" dirty="0">
                <a:latin typeface="Arial" pitchFamily="34" charset="0"/>
                <a:cs typeface="Arial" pitchFamily="34" charset="0"/>
              </a:rPr>
              <a:t> [B,1,72,72]</a:t>
            </a:r>
            <a:r>
              <a:rPr lang="en-US" altLang="ko-KR" sz="11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(0.0 ~ 1.0 per position)</a:t>
            </a:r>
            <a:endParaRPr lang="en-US" sz="11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616" name="S616"/>
          <p:cNvSpPr/>
          <p:nvPr/>
        </p:nvSpPr>
        <p:spPr>
          <a:xfrm>
            <a:off x="4572000" y="3942893"/>
            <a:ext cx="1333500" cy="381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Top-K (25%)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1,296 of 5,184 positions</a:t>
            </a:r>
          </a:p>
        </p:txBody>
      </p:sp>
      <p:sp>
        <p:nvSpPr>
          <p:cNvPr id="618" name="S618"/>
          <p:cNvSpPr/>
          <p:nvPr/>
        </p:nvSpPr>
        <p:spPr>
          <a:xfrm>
            <a:off x="6286499" y="3947008"/>
            <a:ext cx="1616529" cy="53340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2700">
            <a:solidFill>
              <a:srgbClr val="FDBA74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Focal Loss 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← Eq.(2),(3)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cs typeface="Arial" pitchFamily="34" charset="0"/>
              </a:rPr>
              <a:t>(training only)</a:t>
            </a:r>
          </a:p>
        </p:txBody>
      </p:sp>
      <p:sp>
        <p:nvSpPr>
          <p:cNvPr id="620" name="S620"/>
          <p:cNvSpPr/>
          <p:nvPr/>
        </p:nvSpPr>
        <p:spPr>
          <a:xfrm>
            <a:off x="4205236" y="5073194"/>
            <a:ext cx="3928100" cy="9906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endParaRPr lang="en-US" sz="1200" b="1" dirty="0">
              <a:solidFill>
                <a:srgbClr val="37415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22" name="C622"/>
          <p:cNvCxnSpPr>
            <a:cxnSpLocks/>
            <a:endCxn id="623" idx="0"/>
          </p:cNvCxnSpPr>
          <p:nvPr/>
        </p:nvCxnSpPr>
        <p:spPr>
          <a:xfrm>
            <a:off x="6081861" y="6063794"/>
            <a:ext cx="3142" cy="224485"/>
          </a:xfrm>
          <a:prstGeom prst="straightConnector1">
            <a:avLst/>
          </a:prstGeom>
          <a:ln w="19050">
            <a:solidFill>
              <a:srgbClr val="9CA3AF"/>
            </a:solidFill>
            <a:tailEnd type="triangle" w="med" len="med"/>
          </a:ln>
        </p:spPr>
      </p:cxnSp>
      <p:sp>
        <p:nvSpPr>
          <p:cNvPr id="623" name="S623"/>
          <p:cNvSpPr/>
          <p:nvPr/>
        </p:nvSpPr>
        <p:spPr>
          <a:xfrm>
            <a:off x="4562574" y="6288279"/>
            <a:ext cx="3044858" cy="4826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P3’ = P3 + α_gate · CA(Q,K,V)  ← Eq.(5)</a:t>
            </a:r>
          </a:p>
          <a:p>
            <a:pPr algn="ctr">
              <a:lnSpc>
                <a:spcPts val="1100"/>
              </a:lnSpc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(α_gate = 0.01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init</a:t>
            </a:r>
            <a:r>
              <a:rPr lang="pl-PL" altLang="ko-KR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</a:t>
            </a:r>
            <a:r>
              <a:rPr lang="en-US" altLang="ko-KR" sz="1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~0.15 after training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C7537F9-24A2-231C-9135-352AD02BBDAD}"/>
              </a:ext>
            </a:extLst>
          </p:cNvPr>
          <p:cNvCxnSpPr>
            <a:cxnSpLocks/>
            <a:stCxn id="615" idx="2"/>
            <a:endCxn id="616" idx="0"/>
          </p:cNvCxnSpPr>
          <p:nvPr/>
        </p:nvCxnSpPr>
        <p:spPr>
          <a:xfrm rot="5400000">
            <a:off x="5516396" y="3359940"/>
            <a:ext cx="305308" cy="860599"/>
          </a:xfrm>
          <a:prstGeom prst="bentConnector3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B3DA5B1-575F-5D64-7082-017E39E010E3}"/>
              </a:ext>
            </a:extLst>
          </p:cNvPr>
          <p:cNvCxnSpPr>
            <a:cxnSpLocks/>
            <a:stCxn id="615" idx="2"/>
            <a:endCxn id="618" idx="0"/>
          </p:cNvCxnSpPr>
          <p:nvPr/>
        </p:nvCxnSpPr>
        <p:spPr>
          <a:xfrm rot="16200000" flipH="1">
            <a:off x="6442345" y="3294588"/>
            <a:ext cx="309423" cy="995415"/>
          </a:xfrm>
          <a:prstGeom prst="bentConnector3">
            <a:avLst/>
          </a:prstGeom>
          <a:ln>
            <a:solidFill>
              <a:srgbClr val="9CA3A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E545516E-D409-C693-1667-1AD724E60C74}"/>
              </a:ext>
            </a:extLst>
          </p:cNvPr>
          <p:cNvCxnSpPr>
            <a:cxnSpLocks/>
            <a:stCxn id="607" idx="2"/>
            <a:endCxn id="611" idx="0"/>
          </p:cNvCxnSpPr>
          <p:nvPr/>
        </p:nvCxnSpPr>
        <p:spPr>
          <a:xfrm rot="16200000" flipH="1">
            <a:off x="5315018" y="1897853"/>
            <a:ext cx="453765" cy="1108199"/>
          </a:xfrm>
          <a:prstGeom prst="bentConnector3">
            <a:avLst/>
          </a:prstGeom>
          <a:ln>
            <a:solidFill>
              <a:srgbClr val="93C5F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2B34C71-FED1-8F45-C5A6-F44ADAB5A05C}"/>
              </a:ext>
            </a:extLst>
          </p:cNvPr>
          <p:cNvCxnSpPr>
            <a:cxnSpLocks/>
            <a:stCxn id="609" idx="2"/>
            <a:endCxn id="611" idx="0"/>
          </p:cNvCxnSpPr>
          <p:nvPr/>
        </p:nvCxnSpPr>
        <p:spPr>
          <a:xfrm rot="5400000">
            <a:off x="6435422" y="1901671"/>
            <a:ext cx="437743" cy="1116586"/>
          </a:xfrm>
          <a:prstGeom prst="bentConnector3">
            <a:avLst/>
          </a:prstGeom>
          <a:ln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936F97B-D171-B290-02D9-46E1982FB108}"/>
              </a:ext>
            </a:extLst>
          </p:cNvPr>
          <p:cNvCxnSpPr>
            <a:stCxn id="601" idx="2"/>
            <a:endCxn id="604" idx="0"/>
          </p:cNvCxnSpPr>
          <p:nvPr/>
        </p:nvCxnSpPr>
        <p:spPr>
          <a:xfrm rot="16200000" flipH="1">
            <a:off x="6498490" y="105510"/>
            <a:ext cx="311607" cy="1116586"/>
          </a:xfrm>
          <a:prstGeom prst="bentConnector3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23FE9BF-2E3F-A6B8-100A-C0EF1F4F6C69}"/>
              </a:ext>
            </a:extLst>
          </p:cNvPr>
          <p:cNvCxnSpPr>
            <a:stCxn id="601" idx="2"/>
            <a:endCxn id="603" idx="0"/>
          </p:cNvCxnSpPr>
          <p:nvPr/>
        </p:nvCxnSpPr>
        <p:spPr>
          <a:xfrm rot="5400000">
            <a:off x="5391150" y="101600"/>
            <a:ext cx="298450" cy="1111250"/>
          </a:xfrm>
          <a:prstGeom prst="bentConnector3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52CF0AB4-958C-1E2D-6039-A94CA1491422}"/>
              </a:ext>
            </a:extLst>
          </p:cNvPr>
          <p:cNvCxnSpPr>
            <a:cxnSpLocks/>
            <a:stCxn id="603" idx="2"/>
            <a:endCxn id="607" idx="0"/>
          </p:cNvCxnSpPr>
          <p:nvPr/>
        </p:nvCxnSpPr>
        <p:spPr>
          <a:xfrm rot="16200000" flipH="1">
            <a:off x="4899353" y="1679246"/>
            <a:ext cx="173844" cy="3051"/>
          </a:xfrm>
          <a:prstGeom prst="bentConnector3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47F81AE-AADA-F546-D1A9-A6402A4A6317}"/>
              </a:ext>
            </a:extLst>
          </p:cNvPr>
          <p:cNvCxnSpPr>
            <a:cxnSpLocks/>
            <a:stCxn id="604" idx="2"/>
            <a:endCxn id="609" idx="0"/>
          </p:cNvCxnSpPr>
          <p:nvPr/>
        </p:nvCxnSpPr>
        <p:spPr>
          <a:xfrm>
            <a:off x="7212586" y="1607007"/>
            <a:ext cx="0" cy="176709"/>
          </a:xfrm>
          <a:prstGeom prst="straightConnector1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S616">
            <a:extLst>
              <a:ext uri="{FF2B5EF4-FFF2-40B4-BE49-F238E27FC236}">
                <a16:creationId xmlns:a16="http://schemas.microsoft.com/office/drawing/2014/main" id="{2DB735B0-350A-454C-8B8D-9039BB163FE4}"/>
              </a:ext>
            </a:extLst>
          </p:cNvPr>
          <p:cNvSpPr/>
          <p:nvPr/>
        </p:nvSpPr>
        <p:spPr>
          <a:xfrm>
            <a:off x="4402224" y="4501695"/>
            <a:ext cx="1673051" cy="381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Selected CNN tokens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[1296,256]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288FFB8-55B0-47E1-A545-FA19A72116F0}"/>
              </a:ext>
            </a:extLst>
          </p:cNvPr>
          <p:cNvCxnSpPr>
            <a:cxnSpLocks/>
            <a:stCxn id="616" idx="2"/>
            <a:endCxn id="68" idx="0"/>
          </p:cNvCxnSpPr>
          <p:nvPr/>
        </p:nvCxnSpPr>
        <p:spPr>
          <a:xfrm>
            <a:off x="5238750" y="4323893"/>
            <a:ext cx="0" cy="177802"/>
          </a:xfrm>
          <a:prstGeom prst="straightConnector1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6904DDE1-1DC1-4E07-80C3-F8A24752CAC4}"/>
              </a:ext>
            </a:extLst>
          </p:cNvPr>
          <p:cNvCxnSpPr>
            <a:cxnSpLocks/>
            <a:stCxn id="607" idx="1"/>
            <a:endCxn id="620" idx="1"/>
          </p:cNvCxnSpPr>
          <p:nvPr/>
        </p:nvCxnSpPr>
        <p:spPr>
          <a:xfrm rot="10800000" flipH="1" flipV="1">
            <a:off x="4130218" y="1996382"/>
            <a:ext cx="75017" cy="3572111"/>
          </a:xfrm>
          <a:prstGeom prst="bentConnector3">
            <a:avLst>
              <a:gd name="adj1" fmla="val -304731"/>
            </a:avLst>
          </a:prstGeom>
          <a:ln>
            <a:solidFill>
              <a:srgbClr val="9CA3A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8A0A91E-BAEC-4142-BDB4-F5188CBADFB4}"/>
              </a:ext>
            </a:extLst>
          </p:cNvPr>
          <p:cNvSpPr txBox="1"/>
          <p:nvPr/>
        </p:nvSpPr>
        <p:spPr>
          <a:xfrm>
            <a:off x="3568384" y="3732963"/>
            <a:ext cx="3616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P3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A70B91-33D7-4E3D-A55B-25B8992391D3}"/>
              </a:ext>
            </a:extLst>
          </p:cNvPr>
          <p:cNvSpPr txBox="1"/>
          <p:nvPr/>
        </p:nvSpPr>
        <p:spPr>
          <a:xfrm>
            <a:off x="4203600" y="5060037"/>
            <a:ext cx="18973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Cross-Attention  Eq.(4)</a:t>
            </a:r>
          </a:p>
          <a:p>
            <a:endParaRPr lang="ko-KR" altLang="en-US" sz="1100" dirty="0"/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C7A7BF41-CDE3-44EF-89A9-2774678FF161}"/>
              </a:ext>
            </a:extLst>
          </p:cNvPr>
          <p:cNvCxnSpPr>
            <a:stCxn id="68" idx="2"/>
          </p:cNvCxnSpPr>
          <p:nvPr/>
        </p:nvCxnSpPr>
        <p:spPr>
          <a:xfrm flipH="1">
            <a:off x="5238749" y="4882695"/>
            <a:ext cx="1" cy="177342"/>
          </a:xfrm>
          <a:prstGeom prst="straightConnector1">
            <a:avLst/>
          </a:prstGeom>
          <a:ln>
            <a:solidFill>
              <a:srgbClr val="9CA3A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S616">
            <a:extLst>
              <a:ext uri="{FF2B5EF4-FFF2-40B4-BE49-F238E27FC236}">
                <a16:creationId xmlns:a16="http://schemas.microsoft.com/office/drawing/2014/main" id="{4ED65A30-280D-4993-ABA4-F6D595EBEA71}"/>
              </a:ext>
            </a:extLst>
          </p:cNvPr>
          <p:cNvSpPr/>
          <p:nvPr/>
        </p:nvSpPr>
        <p:spPr>
          <a:xfrm>
            <a:off x="4402224" y="5324048"/>
            <a:ext cx="1700398" cy="381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 err="1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Tquery</a:t>
            </a: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: P3 </a:t>
            </a:r>
            <a:r>
              <a:rPr lang="en-US" sz="1100" b="1" dirty="0" err="1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ViT</a:t>
            </a: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 tokens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cs typeface="Arial" pitchFamily="34" charset="0"/>
              </a:rPr>
              <a:t>[1296, 384] + 2D Sin PE</a:t>
            </a:r>
          </a:p>
        </p:txBody>
      </p:sp>
      <p:sp>
        <p:nvSpPr>
          <p:cNvPr id="86" name="S616">
            <a:extLst>
              <a:ext uri="{FF2B5EF4-FFF2-40B4-BE49-F238E27FC236}">
                <a16:creationId xmlns:a16="http://schemas.microsoft.com/office/drawing/2014/main" id="{F470A0C5-119F-4EA7-AC8B-FC636D0FCE47}"/>
              </a:ext>
            </a:extLst>
          </p:cNvPr>
          <p:cNvSpPr/>
          <p:nvPr/>
        </p:nvSpPr>
        <p:spPr>
          <a:xfrm>
            <a:off x="6230158" y="5309979"/>
            <a:ext cx="1700398" cy="3810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36576" tIns="18288" rIns="36576" bIns="18288" anchor="ctr"/>
          <a:lstStyle/>
          <a:p>
            <a:pPr algn="ctr">
              <a:lnSpc>
                <a:spcPts val="1100"/>
              </a:lnSpc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cs typeface="Arial" pitchFamily="34" charset="0"/>
              </a:rPr>
              <a:t>Key, Value: CNN tokens</a:t>
            </a:r>
          </a:p>
          <a:p>
            <a:pPr algn="ctr">
              <a:lnSpc>
                <a:spcPts val="1100"/>
              </a:lnSpc>
            </a:pPr>
            <a:r>
              <a:rPr lang="en-US" sz="900" dirty="0">
                <a:latin typeface="Arial" panose="020B0604020202020204" pitchFamily="34" charset="0"/>
                <a:cs typeface="Arial" pitchFamily="34" charset="0"/>
              </a:rPr>
              <a:t>[1296,256</a:t>
            </a:r>
            <a:r>
              <a:rPr lang="en-US" altLang="ko-KR" sz="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→384] + 2D Sin PE</a:t>
            </a:r>
            <a:endParaRPr lang="en-US" sz="9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B185B5-427C-4E80-AC6F-2ABB50802332}"/>
              </a:ext>
            </a:extLst>
          </p:cNvPr>
          <p:cNvSpPr txBox="1"/>
          <p:nvPr/>
        </p:nvSpPr>
        <p:spPr>
          <a:xfrm>
            <a:off x="4730269" y="5791708"/>
            <a:ext cx="274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altLang="ko-KR" sz="9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W_Q: 384→d_k, W_K: 256→d_k, W_V: 256→d_v</a:t>
            </a:r>
            <a:endParaRPr lang="ko-KR" alt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AA7B70C-1A9F-49E1-ABEF-61672D4C07D2}"/>
              </a:ext>
            </a:extLst>
          </p:cNvPr>
          <p:cNvSpPr txBox="1"/>
          <p:nvPr/>
        </p:nvSpPr>
        <p:spPr>
          <a:xfrm>
            <a:off x="5232640" y="2428502"/>
            <a:ext cx="6127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concat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904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4D6267C-9C74-46E3-A7A1-357E91B2F0AC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684</Words>
  <Application>Microsoft Office PowerPoint</Application>
  <PresentationFormat>와이드스크린</PresentationFormat>
  <Paragraphs>136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강민 이</dc:creator>
  <cp:lastModifiedBy>qertiuy5377@daum.net</cp:lastModifiedBy>
  <cp:revision>481</cp:revision>
  <dcterms:created xsi:type="dcterms:W3CDTF">2026-03-17T13:17:50Z</dcterms:created>
  <dcterms:modified xsi:type="dcterms:W3CDTF">2026-03-24T07:12:36Z</dcterms:modified>
</cp:coreProperties>
</file>